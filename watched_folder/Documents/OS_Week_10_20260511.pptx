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1377" r:id="rId2"/>
    <p:sldId id="1391" r:id="rId3"/>
    <p:sldId id="1617" r:id="rId4"/>
    <p:sldId id="1618" r:id="rId5"/>
    <p:sldId id="1619" r:id="rId6"/>
    <p:sldId id="1620" r:id="rId7"/>
    <p:sldId id="1621" r:id="rId8"/>
    <p:sldId id="1616" r:id="rId9"/>
    <p:sldId id="1597" r:id="rId10"/>
    <p:sldId id="1600" r:id="rId11"/>
    <p:sldId id="1610" r:id="rId12"/>
    <p:sldId id="1603" r:id="rId13"/>
    <p:sldId id="1604" r:id="rId14"/>
    <p:sldId id="1605" r:id="rId15"/>
    <p:sldId id="1606" r:id="rId16"/>
    <p:sldId id="1607" r:id="rId17"/>
    <p:sldId id="1608" r:id="rId18"/>
    <p:sldId id="1611" r:id="rId19"/>
    <p:sldId id="1612" r:id="rId20"/>
    <p:sldId id="1613" r:id="rId21"/>
    <p:sldId id="1614" r:id="rId22"/>
    <p:sldId id="1615" r:id="rId23"/>
    <p:sldId id="1395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k-Cheol Kee" initials="SK" lastIdx="3" clrIdx="0">
    <p:extLst>
      <p:ext uri="{19B8F6BF-5375-455C-9EA6-DF929625EA0E}">
        <p15:presenceInfo xmlns:p15="http://schemas.microsoft.com/office/powerpoint/2012/main" userId="a3057b43ef77241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0070C0"/>
    <a:srgbClr val="002060"/>
    <a:srgbClr val="AAC0C0"/>
    <a:srgbClr val="DDE6E6"/>
    <a:srgbClr val="CAD1D4"/>
    <a:srgbClr val="FFFC00"/>
    <a:srgbClr val="6DB79A"/>
    <a:srgbClr val="000000"/>
    <a:srgbClr val="66C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67C34-98BC-4683-922C-577F120B7BE1}" v="35" dt="2023-10-18T06:15:15.7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42" autoAdjust="0"/>
    <p:restoredTop sz="88352" autoAdjust="0"/>
  </p:normalViewPr>
  <p:slideViewPr>
    <p:cSldViewPr>
      <p:cViewPr>
        <p:scale>
          <a:sx n="66" d="100"/>
          <a:sy n="66" d="100"/>
        </p:scale>
        <p:origin x="1728" y="331"/>
      </p:cViewPr>
      <p:guideLst>
        <p:guide orient="horz" pos="184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ISINGTAING" userId="a31277fe-ae5d-4f13-bbfe-9b62b612caf2" providerId="ADAL" clId="{3D067C34-98BC-4683-922C-577F120B7BE1}"/>
    <pc:docChg chg="undo custSel addSld delSld modSld sldOrd">
      <pc:chgData name="THAISINGTAING" userId="a31277fe-ae5d-4f13-bbfe-9b62b612caf2" providerId="ADAL" clId="{3D067C34-98BC-4683-922C-577F120B7BE1}" dt="2023-10-18T06:16:33.234" v="2091" actId="20577"/>
      <pc:docMkLst>
        <pc:docMk/>
      </pc:docMkLst>
      <pc:sldChg chg="addSp delSp modSp mod">
        <pc:chgData name="THAISINGTAING" userId="a31277fe-ae5d-4f13-bbfe-9b62b612caf2" providerId="ADAL" clId="{3D067C34-98BC-4683-922C-577F120B7BE1}" dt="2023-10-18T06:16:33.234" v="2091" actId="20577"/>
        <pc:sldMkLst>
          <pc:docMk/>
          <pc:sldMk cId="182838673" sldId="1369"/>
        </pc:sldMkLst>
        <pc:spChg chg="mod">
          <ac:chgData name="THAISINGTAING" userId="a31277fe-ae5d-4f13-bbfe-9b62b612caf2" providerId="ADAL" clId="{3D067C34-98BC-4683-922C-577F120B7BE1}" dt="2023-10-18T01:43:08.348" v="213" actId="20577"/>
          <ac:spMkLst>
            <pc:docMk/>
            <pc:sldMk cId="182838673" sldId="1369"/>
            <ac:spMk id="2" creationId="{E219B80C-EC08-22D5-2D1C-567E1681689C}"/>
          </ac:spMkLst>
        </pc:spChg>
        <pc:spChg chg="add mod">
          <ac:chgData name="THAISINGTAING" userId="a31277fe-ae5d-4f13-bbfe-9b62b612caf2" providerId="ADAL" clId="{3D067C34-98BC-4683-922C-577F120B7BE1}" dt="2023-10-18T06:16:33.234" v="2091" actId="20577"/>
          <ac:spMkLst>
            <pc:docMk/>
            <pc:sldMk cId="182838673" sldId="1369"/>
            <ac:spMk id="4" creationId="{4629BCDB-076F-83E7-F987-84C81205B5BA}"/>
          </ac:spMkLst>
        </pc:spChg>
        <pc:spChg chg="add del mod">
          <ac:chgData name="THAISINGTAING" userId="a31277fe-ae5d-4f13-bbfe-9b62b612caf2" providerId="ADAL" clId="{3D067C34-98BC-4683-922C-577F120B7BE1}" dt="2023-10-18T06:04:53.601" v="1563"/>
          <ac:spMkLst>
            <pc:docMk/>
            <pc:sldMk cId="182838673" sldId="1369"/>
            <ac:spMk id="5" creationId="{9ABFCF8A-7923-2ED8-9514-95849F30185A}"/>
          </ac:spMkLst>
        </pc:spChg>
        <pc:spChg chg="add del mod">
          <ac:chgData name="THAISINGTAING" userId="a31277fe-ae5d-4f13-bbfe-9b62b612caf2" providerId="ADAL" clId="{3D067C34-98BC-4683-922C-577F120B7BE1}" dt="2023-10-18T06:09:20.592" v="1905" actId="478"/>
          <ac:spMkLst>
            <pc:docMk/>
            <pc:sldMk cId="182838673" sldId="1369"/>
            <ac:spMk id="6" creationId="{E7D86404-BDC3-F405-A5EB-4091C9D5F565}"/>
          </ac:spMkLst>
        </pc:spChg>
        <pc:spChg chg="add del mod">
          <ac:chgData name="THAISINGTAING" userId="a31277fe-ae5d-4f13-bbfe-9b62b612caf2" providerId="ADAL" clId="{3D067C34-98BC-4683-922C-577F120B7BE1}" dt="2023-10-18T06:09:31.598" v="1909" actId="478"/>
          <ac:spMkLst>
            <pc:docMk/>
            <pc:sldMk cId="182838673" sldId="1369"/>
            <ac:spMk id="7" creationId="{199D2828-C019-2343-57BF-2D34097117A2}"/>
          </ac:spMkLst>
        </pc:spChg>
        <pc:spChg chg="del">
          <ac:chgData name="THAISINGTAING" userId="a31277fe-ae5d-4f13-bbfe-9b62b612caf2" providerId="ADAL" clId="{3D067C34-98BC-4683-922C-577F120B7BE1}" dt="2023-10-18T01:41:53.770" v="129" actId="478"/>
          <ac:spMkLst>
            <pc:docMk/>
            <pc:sldMk cId="182838673" sldId="1369"/>
            <ac:spMk id="10" creationId="{0B365FBE-294C-E81B-A389-338C51C94B90}"/>
          </ac:spMkLst>
        </pc:spChg>
        <pc:spChg chg="del">
          <ac:chgData name="THAISINGTAING" userId="a31277fe-ae5d-4f13-bbfe-9b62b612caf2" providerId="ADAL" clId="{3D067C34-98BC-4683-922C-577F120B7BE1}" dt="2023-10-18T01:42:26.191" v="161" actId="478"/>
          <ac:spMkLst>
            <pc:docMk/>
            <pc:sldMk cId="182838673" sldId="1369"/>
            <ac:spMk id="21" creationId="{BC10165D-C6BD-9BAA-1BED-F1DCF70B633F}"/>
          </ac:spMkLst>
        </pc:spChg>
        <pc:spChg chg="del mod">
          <ac:chgData name="THAISINGTAING" userId="a31277fe-ae5d-4f13-bbfe-9b62b612caf2" providerId="ADAL" clId="{3D067C34-98BC-4683-922C-577F120B7BE1}" dt="2023-10-18T01:42:16.174" v="159" actId="478"/>
          <ac:spMkLst>
            <pc:docMk/>
            <pc:sldMk cId="182838673" sldId="1369"/>
            <ac:spMk id="32" creationId="{72675C41-B702-0DE7-6AE0-CDBBB3E529E6}"/>
          </ac:spMkLst>
        </pc:spChg>
        <pc:spChg chg="mod">
          <ac:chgData name="THAISINGTAING" userId="a31277fe-ae5d-4f13-bbfe-9b62b612caf2" providerId="ADAL" clId="{3D067C34-98BC-4683-922C-577F120B7BE1}" dt="2023-10-18T06:12:59.347" v="1992" actId="20577"/>
          <ac:spMkLst>
            <pc:docMk/>
            <pc:sldMk cId="182838673" sldId="1369"/>
            <ac:spMk id="35" creationId="{ECDDDE97-D21E-BF4E-BF95-ADBA16E2B736}"/>
          </ac:spMkLst>
        </pc:spChg>
        <pc:picChg chg="add mod">
          <ac:chgData name="THAISINGTAING" userId="a31277fe-ae5d-4f13-bbfe-9b62b612caf2" providerId="ADAL" clId="{3D067C34-98BC-4683-922C-577F120B7BE1}" dt="2023-10-18T06:08:50.317" v="1892" actId="1076"/>
          <ac:picMkLst>
            <pc:docMk/>
            <pc:sldMk cId="182838673" sldId="1369"/>
            <ac:picMk id="3" creationId="{F0F64383-3B0D-FA5D-80ED-5131BC10AB2E}"/>
          </ac:picMkLst>
        </pc:picChg>
        <pc:picChg chg="del">
          <ac:chgData name="THAISINGTAING" userId="a31277fe-ae5d-4f13-bbfe-9b62b612caf2" providerId="ADAL" clId="{3D067C34-98BC-4683-922C-577F120B7BE1}" dt="2023-10-18T01:42:13.277" v="155" actId="478"/>
          <ac:picMkLst>
            <pc:docMk/>
            <pc:sldMk cId="182838673" sldId="1369"/>
            <ac:picMk id="4" creationId="{4C6A7D7D-4801-6415-D0F6-32F572778BBF}"/>
          </ac:picMkLst>
        </pc:picChg>
        <pc:picChg chg="del">
          <ac:chgData name="THAISINGTAING" userId="a31277fe-ae5d-4f13-bbfe-9b62b612caf2" providerId="ADAL" clId="{3D067C34-98BC-4683-922C-577F120B7BE1}" dt="2023-10-18T01:41:51.098" v="128" actId="478"/>
          <ac:picMkLst>
            <pc:docMk/>
            <pc:sldMk cId="182838673" sldId="1369"/>
            <ac:picMk id="9" creationId="{F323E33F-425D-B288-96DD-59BC6D0EA913}"/>
          </ac:picMkLst>
        </pc:picChg>
        <pc:picChg chg="del">
          <ac:chgData name="THAISINGTAING" userId="a31277fe-ae5d-4f13-bbfe-9b62b612caf2" providerId="ADAL" clId="{3D067C34-98BC-4683-922C-577F120B7BE1}" dt="2023-10-18T01:42:14.189" v="156" actId="478"/>
          <ac:picMkLst>
            <pc:docMk/>
            <pc:sldMk cId="182838673" sldId="1369"/>
            <ac:picMk id="13" creationId="{BC26A08B-5EF7-FEC5-360D-72C564EEBDA6}"/>
          </ac:picMkLst>
        </pc:picChg>
        <pc:picChg chg="del">
          <ac:chgData name="THAISINGTAING" userId="a31277fe-ae5d-4f13-bbfe-9b62b612caf2" providerId="ADAL" clId="{3D067C34-98BC-4683-922C-577F120B7BE1}" dt="2023-10-18T01:42:27.151" v="162" actId="478"/>
          <ac:picMkLst>
            <pc:docMk/>
            <pc:sldMk cId="182838673" sldId="1369"/>
            <ac:picMk id="19" creationId="{7E426F05-3F4B-B483-76F7-D7133B6E4A2F}"/>
          </ac:picMkLst>
        </pc:picChg>
        <pc:cxnChg chg="del mod">
          <ac:chgData name="THAISINGTAING" userId="a31277fe-ae5d-4f13-bbfe-9b62b612caf2" providerId="ADAL" clId="{3D067C34-98BC-4683-922C-577F120B7BE1}" dt="2023-10-18T01:42:14.693" v="157" actId="478"/>
          <ac:cxnSpMkLst>
            <pc:docMk/>
            <pc:sldMk cId="182838673" sldId="1369"/>
            <ac:cxnSpMk id="25" creationId="{DB5D421E-ECBB-82E4-220F-BCCD1FA53F7F}"/>
          </ac:cxnSpMkLst>
        </pc:cxnChg>
      </pc:sldChg>
      <pc:sldChg chg="del">
        <pc:chgData name="THAISINGTAING" userId="a31277fe-ae5d-4f13-bbfe-9b62b612caf2" providerId="ADAL" clId="{3D067C34-98BC-4683-922C-577F120B7BE1}" dt="2023-10-18T01:42:31.853" v="163" actId="47"/>
        <pc:sldMkLst>
          <pc:docMk/>
          <pc:sldMk cId="517951742" sldId="1370"/>
        </pc:sldMkLst>
      </pc:sldChg>
      <pc:sldChg chg="add del">
        <pc:chgData name="THAISINGTAING" userId="a31277fe-ae5d-4f13-bbfe-9b62b612caf2" providerId="ADAL" clId="{3D067C34-98BC-4683-922C-577F120B7BE1}" dt="2023-10-18T01:42:36.777" v="166"/>
        <pc:sldMkLst>
          <pc:docMk/>
          <pc:sldMk cId="2831594454" sldId="1370"/>
        </pc:sldMkLst>
      </pc:sldChg>
      <pc:sldChg chg="addSp delSp modSp add mod">
        <pc:chgData name="THAISINGTAING" userId="a31277fe-ae5d-4f13-bbfe-9b62b612caf2" providerId="ADAL" clId="{3D067C34-98BC-4683-922C-577F120B7BE1}" dt="2023-10-18T02:11:16.750" v="1487" actId="113"/>
        <pc:sldMkLst>
          <pc:docMk/>
          <pc:sldMk cId="3225021101" sldId="1370"/>
        </pc:sldMkLst>
        <pc:spChg chg="mod">
          <ac:chgData name="THAISINGTAING" userId="a31277fe-ae5d-4f13-bbfe-9b62b612caf2" providerId="ADAL" clId="{3D067C34-98BC-4683-922C-577F120B7BE1}" dt="2023-10-18T01:43:22.343" v="255" actId="20577"/>
          <ac:spMkLst>
            <pc:docMk/>
            <pc:sldMk cId="3225021101" sldId="1370"/>
            <ac:spMk id="2" creationId="{E219B80C-EC08-22D5-2D1C-567E1681689C}"/>
          </ac:spMkLst>
        </pc:spChg>
        <pc:spChg chg="add mod">
          <ac:chgData name="THAISINGTAING" userId="a31277fe-ae5d-4f13-bbfe-9b62b612caf2" providerId="ADAL" clId="{3D067C34-98BC-4683-922C-577F120B7BE1}" dt="2023-10-18T02:02:59.400" v="1062" actId="1076"/>
          <ac:spMkLst>
            <pc:docMk/>
            <pc:sldMk cId="3225021101" sldId="1370"/>
            <ac:spMk id="8" creationId="{01EFEA41-503C-EE83-4C2F-C9C2E4A99D3A}"/>
          </ac:spMkLst>
        </pc:spChg>
        <pc:spChg chg="mod">
          <ac:chgData name="THAISINGTAING" userId="a31277fe-ae5d-4f13-bbfe-9b62b612caf2" providerId="ADAL" clId="{3D067C34-98BC-4683-922C-577F120B7BE1}" dt="2023-10-18T02:11:16.750" v="1487" actId="113"/>
          <ac:spMkLst>
            <pc:docMk/>
            <pc:sldMk cId="3225021101" sldId="1370"/>
            <ac:spMk id="35" creationId="{ECDDDE97-D21E-BF4E-BF95-ADBA16E2B736}"/>
          </ac:spMkLst>
        </pc:spChg>
        <pc:picChg chg="add mod">
          <ac:chgData name="THAISINGTAING" userId="a31277fe-ae5d-4f13-bbfe-9b62b612caf2" providerId="ADAL" clId="{3D067C34-98BC-4683-922C-577F120B7BE1}" dt="2023-10-18T02:01:36.001" v="892" actId="14100"/>
          <ac:picMkLst>
            <pc:docMk/>
            <pc:sldMk cId="3225021101" sldId="1370"/>
            <ac:picMk id="3" creationId="{AC7232ED-0E96-FB05-BC97-F53F44ED1B1A}"/>
          </ac:picMkLst>
        </pc:picChg>
        <pc:picChg chg="add del mod">
          <ac:chgData name="THAISINGTAING" userId="a31277fe-ae5d-4f13-bbfe-9b62b612caf2" providerId="ADAL" clId="{3D067C34-98BC-4683-922C-577F120B7BE1}" dt="2023-10-18T02:00:17.651" v="881" actId="478"/>
          <ac:picMkLst>
            <pc:docMk/>
            <pc:sldMk cId="3225021101" sldId="1370"/>
            <ac:picMk id="4" creationId="{8FE5C435-8C40-DE9D-DE91-AB06CD6641D1}"/>
          </ac:picMkLst>
        </pc:picChg>
        <pc:picChg chg="add mod modCrop">
          <ac:chgData name="THAISINGTAING" userId="a31277fe-ae5d-4f13-bbfe-9b62b612caf2" providerId="ADAL" clId="{3D067C34-98BC-4683-922C-577F120B7BE1}" dt="2023-10-18T02:01:42.590" v="896" actId="1038"/>
          <ac:picMkLst>
            <pc:docMk/>
            <pc:sldMk cId="3225021101" sldId="1370"/>
            <ac:picMk id="6" creationId="{63974DCA-5573-EF20-C1BA-D0E914CF37D0}"/>
          </ac:picMkLst>
        </pc:picChg>
      </pc:sldChg>
      <pc:sldChg chg="addSp delSp modSp add mod ord">
        <pc:chgData name="THAISINGTAING" userId="a31277fe-ae5d-4f13-bbfe-9b62b612caf2" providerId="ADAL" clId="{3D067C34-98BC-4683-922C-577F120B7BE1}" dt="2023-10-18T02:09:15.040" v="1165" actId="1076"/>
        <pc:sldMkLst>
          <pc:docMk/>
          <pc:sldMk cId="258272306" sldId="1371"/>
        </pc:sldMkLst>
        <pc:spChg chg="mod">
          <ac:chgData name="THAISINGTAING" userId="a31277fe-ae5d-4f13-bbfe-9b62b612caf2" providerId="ADAL" clId="{3D067C34-98BC-4683-922C-577F120B7BE1}" dt="2023-10-18T01:49:11.743" v="754" actId="20577"/>
          <ac:spMkLst>
            <pc:docMk/>
            <pc:sldMk cId="258272306" sldId="1371"/>
            <ac:spMk id="2" creationId="{E219B80C-EC08-22D5-2D1C-567E1681689C}"/>
          </ac:spMkLst>
        </pc:spChg>
        <pc:spChg chg="add del mod">
          <ac:chgData name="THAISINGTAING" userId="a31277fe-ae5d-4f13-bbfe-9b62b612caf2" providerId="ADAL" clId="{3D067C34-98BC-4683-922C-577F120B7BE1}" dt="2023-10-18T01:51:36.419" v="856" actId="478"/>
          <ac:spMkLst>
            <pc:docMk/>
            <pc:sldMk cId="258272306" sldId="1371"/>
            <ac:spMk id="9" creationId="{E95C7A20-40A5-159A-40EF-A78E729D309F}"/>
          </ac:spMkLst>
        </pc:spChg>
        <pc:spChg chg="add del mod">
          <ac:chgData name="THAISINGTAING" userId="a31277fe-ae5d-4f13-bbfe-9b62b612caf2" providerId="ADAL" clId="{3D067C34-98BC-4683-922C-577F120B7BE1}" dt="2023-10-18T02:08:49.697" v="1153" actId="478"/>
          <ac:spMkLst>
            <pc:docMk/>
            <pc:sldMk cId="258272306" sldId="1371"/>
            <ac:spMk id="27" creationId="{BACE41CF-2D59-F44D-C9CB-2DEE4A775A86}"/>
          </ac:spMkLst>
        </pc:spChg>
        <pc:spChg chg="add mod">
          <ac:chgData name="THAISINGTAING" userId="a31277fe-ae5d-4f13-bbfe-9b62b612caf2" providerId="ADAL" clId="{3D067C34-98BC-4683-922C-577F120B7BE1}" dt="2023-10-18T02:06:02.905" v="1107" actId="1076"/>
          <ac:spMkLst>
            <pc:docMk/>
            <pc:sldMk cId="258272306" sldId="1371"/>
            <ac:spMk id="28" creationId="{C24EA94E-7A60-692E-14A1-5F264012A1F0}"/>
          </ac:spMkLst>
        </pc:spChg>
        <pc:spChg chg="mod">
          <ac:chgData name="THAISINGTAING" userId="a31277fe-ae5d-4f13-bbfe-9b62b612caf2" providerId="ADAL" clId="{3D067C34-98BC-4683-922C-577F120B7BE1}" dt="2023-10-18T01:50:56.973" v="825" actId="20577"/>
          <ac:spMkLst>
            <pc:docMk/>
            <pc:sldMk cId="258272306" sldId="1371"/>
            <ac:spMk id="35" creationId="{ECDDDE97-D21E-BF4E-BF95-ADBA16E2B736}"/>
          </ac:spMkLst>
        </pc:spChg>
        <pc:spChg chg="add mod">
          <ac:chgData name="THAISINGTAING" userId="a31277fe-ae5d-4f13-bbfe-9b62b612caf2" providerId="ADAL" clId="{3D067C34-98BC-4683-922C-577F120B7BE1}" dt="2023-10-18T02:07:24.645" v="1143" actId="14100"/>
          <ac:spMkLst>
            <pc:docMk/>
            <pc:sldMk cId="258272306" sldId="1371"/>
            <ac:spMk id="36" creationId="{21E6DD41-CF97-1A6C-8962-4A7D10F83F29}"/>
          </ac:spMkLst>
        </pc:spChg>
        <pc:spChg chg="add mod">
          <ac:chgData name="THAISINGTAING" userId="a31277fe-ae5d-4f13-bbfe-9b62b612caf2" providerId="ADAL" clId="{3D067C34-98BC-4683-922C-577F120B7BE1}" dt="2023-10-18T02:07:27.083" v="1144" actId="1076"/>
          <ac:spMkLst>
            <pc:docMk/>
            <pc:sldMk cId="258272306" sldId="1371"/>
            <ac:spMk id="37" creationId="{66234693-5AE4-8A7B-EA74-F37D6E5C2BB9}"/>
          </ac:spMkLst>
        </pc:spChg>
        <pc:spChg chg="add mod">
          <ac:chgData name="THAISINGTAING" userId="a31277fe-ae5d-4f13-bbfe-9b62b612caf2" providerId="ADAL" clId="{3D067C34-98BC-4683-922C-577F120B7BE1}" dt="2023-10-18T02:08:45.662" v="1152" actId="1076"/>
          <ac:spMkLst>
            <pc:docMk/>
            <pc:sldMk cId="258272306" sldId="1371"/>
            <ac:spMk id="40" creationId="{2959B849-422E-D7D1-E1A5-6A231C97D747}"/>
          </ac:spMkLst>
        </pc:spChg>
        <pc:spChg chg="add mod">
          <ac:chgData name="THAISINGTAING" userId="a31277fe-ae5d-4f13-bbfe-9b62b612caf2" providerId="ADAL" clId="{3D067C34-98BC-4683-922C-577F120B7BE1}" dt="2023-10-18T02:09:04.209" v="1161" actId="14100"/>
          <ac:spMkLst>
            <pc:docMk/>
            <pc:sldMk cId="258272306" sldId="1371"/>
            <ac:spMk id="43" creationId="{C295E0A9-FD5E-E65C-2F5D-BE7AA394CC7C}"/>
          </ac:spMkLst>
        </pc:spChg>
        <pc:spChg chg="add mod">
          <ac:chgData name="THAISINGTAING" userId="a31277fe-ae5d-4f13-bbfe-9b62b612caf2" providerId="ADAL" clId="{3D067C34-98BC-4683-922C-577F120B7BE1}" dt="2023-10-18T02:09:15.040" v="1165" actId="1076"/>
          <ac:spMkLst>
            <pc:docMk/>
            <pc:sldMk cId="258272306" sldId="1371"/>
            <ac:spMk id="44" creationId="{67C519C0-F18B-67F3-3EAE-217B0BA04A67}"/>
          </ac:spMkLst>
        </pc:spChg>
        <pc:picChg chg="del">
          <ac:chgData name="THAISINGTAING" userId="a31277fe-ae5d-4f13-bbfe-9b62b612caf2" providerId="ADAL" clId="{3D067C34-98BC-4683-922C-577F120B7BE1}" dt="2023-10-18T01:49:20.448" v="755" actId="478"/>
          <ac:picMkLst>
            <pc:docMk/>
            <pc:sldMk cId="258272306" sldId="1371"/>
            <ac:picMk id="3" creationId="{AC7232ED-0E96-FB05-BC97-F53F44ED1B1A}"/>
          </ac:picMkLst>
        </pc:picChg>
        <pc:picChg chg="add del mod">
          <ac:chgData name="THAISINGTAING" userId="a31277fe-ae5d-4f13-bbfe-9b62b612caf2" providerId="ADAL" clId="{3D067C34-98BC-4683-922C-577F120B7BE1}" dt="2023-10-18T01:51:31.586" v="850" actId="478"/>
          <ac:picMkLst>
            <pc:docMk/>
            <pc:sldMk cId="258272306" sldId="1371"/>
            <ac:picMk id="6" creationId="{C6598A7B-AF6F-265C-414F-B63528E132E7}"/>
          </ac:picMkLst>
        </pc:picChg>
        <pc:picChg chg="add del mod">
          <ac:chgData name="THAISINGTAING" userId="a31277fe-ae5d-4f13-bbfe-9b62b612caf2" providerId="ADAL" clId="{3D067C34-98BC-4683-922C-577F120B7BE1}" dt="2023-10-18T01:51:32.955" v="852" actId="478"/>
          <ac:picMkLst>
            <pc:docMk/>
            <pc:sldMk cId="258272306" sldId="1371"/>
            <ac:picMk id="7" creationId="{7F8EEDA0-3A9B-F978-F2A5-19B46C232EC1}"/>
          </ac:picMkLst>
        </pc:picChg>
        <pc:picChg chg="add del mod">
          <ac:chgData name="THAISINGTAING" userId="a31277fe-ae5d-4f13-bbfe-9b62b612caf2" providerId="ADAL" clId="{3D067C34-98BC-4683-922C-577F120B7BE1}" dt="2023-10-18T01:51:34.290" v="854" actId="478"/>
          <ac:picMkLst>
            <pc:docMk/>
            <pc:sldMk cId="258272306" sldId="1371"/>
            <ac:picMk id="8" creationId="{6A077B80-6AA8-73DE-F71E-6B8D8E8D2B77}"/>
          </ac:picMkLst>
        </pc:picChg>
        <pc:picChg chg="add mod">
          <ac:chgData name="THAISINGTAING" userId="a31277fe-ae5d-4f13-bbfe-9b62b612caf2" providerId="ADAL" clId="{3D067C34-98BC-4683-922C-577F120B7BE1}" dt="2023-10-18T02:09:11.714" v="1164" actId="1076"/>
          <ac:picMkLst>
            <pc:docMk/>
            <pc:sldMk cId="258272306" sldId="1371"/>
            <ac:picMk id="14" creationId="{F2035732-6B9A-6643-5C4E-32441C0F93C0}"/>
          </ac:picMkLst>
        </pc:picChg>
        <pc:picChg chg="add mod">
          <ac:chgData name="THAISINGTAING" userId="a31277fe-ae5d-4f13-bbfe-9b62b612caf2" providerId="ADAL" clId="{3D067C34-98BC-4683-922C-577F120B7BE1}" dt="2023-10-18T02:05:37.352" v="1097" actId="1076"/>
          <ac:picMkLst>
            <pc:docMk/>
            <pc:sldMk cId="258272306" sldId="1371"/>
            <ac:picMk id="15" creationId="{A7E999D8-F443-3856-16A7-07CE37C936DD}"/>
          </ac:picMkLst>
        </pc:picChg>
        <pc:picChg chg="add mod">
          <ac:chgData name="THAISINGTAING" userId="a31277fe-ae5d-4f13-bbfe-9b62b612caf2" providerId="ADAL" clId="{3D067C34-98BC-4683-922C-577F120B7BE1}" dt="2023-10-18T02:08:58.482" v="1156" actId="1076"/>
          <ac:picMkLst>
            <pc:docMk/>
            <pc:sldMk cId="258272306" sldId="1371"/>
            <ac:picMk id="16" creationId="{20ED4B17-EA83-4834-8283-AF338AEAB321}"/>
          </ac:picMkLst>
        </pc:picChg>
        <pc:picChg chg="add mod">
          <ac:chgData name="THAISINGTAING" userId="a31277fe-ae5d-4f13-bbfe-9b62b612caf2" providerId="ADAL" clId="{3D067C34-98BC-4683-922C-577F120B7BE1}" dt="2023-10-18T02:08:18.767" v="1148" actId="14826"/>
          <ac:picMkLst>
            <pc:docMk/>
            <pc:sldMk cId="258272306" sldId="1371"/>
            <ac:picMk id="29" creationId="{22A6897F-D7D2-8547-3FF5-59CE55F6824F}"/>
          </ac:picMkLst>
        </pc:picChg>
        <pc:picChg chg="add mod">
          <ac:chgData name="THAISINGTAING" userId="a31277fe-ae5d-4f13-bbfe-9b62b612caf2" providerId="ADAL" clId="{3D067C34-98BC-4683-922C-577F120B7BE1}" dt="2023-10-18T02:07:38.093" v="1145" actId="1076"/>
          <ac:picMkLst>
            <pc:docMk/>
            <pc:sldMk cId="258272306" sldId="1371"/>
            <ac:picMk id="30" creationId="{E2326C83-C9E0-519C-98AB-6C4EF7C9FB5C}"/>
          </ac:picMkLst>
        </pc:picChg>
        <pc:picChg chg="add mod">
          <ac:chgData name="THAISINGTAING" userId="a31277fe-ae5d-4f13-bbfe-9b62b612caf2" providerId="ADAL" clId="{3D067C34-98BC-4683-922C-577F120B7BE1}" dt="2023-10-18T02:08:29.674" v="1149" actId="14826"/>
          <ac:picMkLst>
            <pc:docMk/>
            <pc:sldMk cId="258272306" sldId="1371"/>
            <ac:picMk id="31" creationId="{7A42926B-EDC1-3DDB-E038-7E892F693C2B}"/>
          </ac:picMkLst>
        </pc:picChg>
        <pc:cxnChg chg="add del mod">
          <ac:chgData name="THAISINGTAING" userId="a31277fe-ae5d-4f13-bbfe-9b62b612caf2" providerId="ADAL" clId="{3D067C34-98BC-4683-922C-577F120B7BE1}" dt="2023-10-18T01:51:35.074" v="855" actId="478"/>
          <ac:cxnSpMkLst>
            <pc:docMk/>
            <pc:sldMk cId="258272306" sldId="1371"/>
            <ac:cxnSpMk id="4" creationId="{F1D48254-7FAB-D5B9-13BE-BE8B848DB753}"/>
          </ac:cxnSpMkLst>
        </pc:cxnChg>
        <pc:cxnChg chg="add del mod">
          <ac:chgData name="THAISINGTAING" userId="a31277fe-ae5d-4f13-bbfe-9b62b612caf2" providerId="ADAL" clId="{3D067C34-98BC-4683-922C-577F120B7BE1}" dt="2023-10-18T01:51:33.818" v="853" actId="478"/>
          <ac:cxnSpMkLst>
            <pc:docMk/>
            <pc:sldMk cId="258272306" sldId="1371"/>
            <ac:cxnSpMk id="5" creationId="{193F4B85-E826-6698-9790-A66F34E454AA}"/>
          </ac:cxnSpMkLst>
        </pc:cxnChg>
        <pc:cxnChg chg="add del mod">
          <ac:chgData name="THAISINGTAING" userId="a31277fe-ae5d-4f13-bbfe-9b62b612caf2" providerId="ADAL" clId="{3D067C34-98BC-4683-922C-577F120B7BE1}" dt="2023-10-18T01:51:32.522" v="851" actId="478"/>
          <ac:cxnSpMkLst>
            <pc:docMk/>
            <pc:sldMk cId="258272306" sldId="1371"/>
            <ac:cxnSpMk id="10" creationId="{FEEE16DA-EC7D-19A9-3EC5-6DC27E9CC836}"/>
          </ac:cxnSpMkLst>
        </pc:cxnChg>
        <pc:cxnChg chg="add mod">
          <ac:chgData name="THAISINGTAING" userId="a31277fe-ae5d-4f13-bbfe-9b62b612caf2" providerId="ADAL" clId="{3D067C34-98BC-4683-922C-577F120B7BE1}" dt="2023-10-18T02:04:42.947" v="1079" actId="14100"/>
          <ac:cxnSpMkLst>
            <pc:docMk/>
            <pc:sldMk cId="258272306" sldId="1371"/>
            <ac:cxnSpMk id="17" creationId="{9B390CD1-5E59-F65E-2A62-10E2CF768DDB}"/>
          </ac:cxnSpMkLst>
        </pc:cxnChg>
        <pc:cxnChg chg="add mod">
          <ac:chgData name="THAISINGTAING" userId="a31277fe-ae5d-4f13-bbfe-9b62b612caf2" providerId="ADAL" clId="{3D067C34-98BC-4683-922C-577F120B7BE1}" dt="2023-10-18T02:06:57.177" v="1130" actId="1035"/>
          <ac:cxnSpMkLst>
            <pc:docMk/>
            <pc:sldMk cId="258272306" sldId="1371"/>
            <ac:cxnSpMk id="18" creationId="{A32073FD-A427-D836-7B11-7B04D3A6FFEA}"/>
          </ac:cxnSpMkLst>
        </pc:cxnChg>
        <pc:cxnChg chg="add mod">
          <ac:chgData name="THAISINGTAING" userId="a31277fe-ae5d-4f13-bbfe-9b62b612caf2" providerId="ADAL" clId="{3D067C34-98BC-4683-922C-577F120B7BE1}" dt="2023-10-18T02:08:37.195" v="1150" actId="14100"/>
          <ac:cxnSpMkLst>
            <pc:docMk/>
            <pc:sldMk cId="258272306" sldId="1371"/>
            <ac:cxnSpMk id="19" creationId="{B58B30A3-5B2D-107E-AC20-D9A5E2777C2A}"/>
          </ac:cxnSpMkLst>
        </pc:cxnChg>
        <pc:cxnChg chg="add mod">
          <ac:chgData name="THAISINGTAING" userId="a31277fe-ae5d-4f13-bbfe-9b62b612caf2" providerId="ADAL" clId="{3D067C34-98BC-4683-922C-577F120B7BE1}" dt="2023-10-18T02:08:39.541" v="1151" actId="14100"/>
          <ac:cxnSpMkLst>
            <pc:docMk/>
            <pc:sldMk cId="258272306" sldId="1371"/>
            <ac:cxnSpMk id="20" creationId="{946C096F-270D-8FDE-4009-B94495CC3A5A}"/>
          </ac:cxnSpMkLst>
        </pc:cxnChg>
        <pc:cxnChg chg="add mod">
          <ac:chgData name="THAISINGTAING" userId="a31277fe-ae5d-4f13-bbfe-9b62b612caf2" providerId="ADAL" clId="{3D067C34-98BC-4683-922C-577F120B7BE1}" dt="2023-10-18T02:07:03.306" v="1134" actId="1036"/>
          <ac:cxnSpMkLst>
            <pc:docMk/>
            <pc:sldMk cId="258272306" sldId="1371"/>
            <ac:cxnSpMk id="32" creationId="{613AE394-4F8C-1AD4-88D5-B72D250EDF32}"/>
          </ac:cxnSpMkLst>
        </pc:cxnChg>
        <pc:cxnChg chg="add del mod">
          <ac:chgData name="THAISINGTAING" userId="a31277fe-ae5d-4f13-bbfe-9b62b612caf2" providerId="ADAL" clId="{3D067C34-98BC-4683-922C-577F120B7BE1}" dt="2023-10-18T02:06:41.847" v="1111" actId="478"/>
          <ac:cxnSpMkLst>
            <pc:docMk/>
            <pc:sldMk cId="258272306" sldId="1371"/>
            <ac:cxnSpMk id="33" creationId="{BA994956-B160-95BF-1F94-74E90259CB52}"/>
          </ac:cxnSpMkLst>
        </pc:cxnChg>
      </pc:sldChg>
      <pc:sldChg chg="add del">
        <pc:chgData name="THAISINGTAING" userId="a31277fe-ae5d-4f13-bbfe-9b62b612caf2" providerId="ADAL" clId="{3D067C34-98BC-4683-922C-577F120B7BE1}" dt="2023-10-18T01:48:44.001" v="713"/>
        <pc:sldMkLst>
          <pc:docMk/>
          <pc:sldMk cId="840322291" sldId="1371"/>
        </pc:sldMkLst>
      </pc:sldChg>
      <pc:sldChg chg="del">
        <pc:chgData name="THAISINGTAING" userId="a31277fe-ae5d-4f13-bbfe-9b62b612caf2" providerId="ADAL" clId="{3D067C34-98BC-4683-922C-577F120B7BE1}" dt="2023-10-18T01:42:32.668" v="164" actId="47"/>
        <pc:sldMkLst>
          <pc:docMk/>
          <pc:sldMk cId="1608324542" sldId="1371"/>
        </pc:sldMkLst>
      </pc:sldChg>
      <pc:sldChg chg="add del">
        <pc:chgData name="THAISINGTAING" userId="a31277fe-ae5d-4f13-bbfe-9b62b612caf2" providerId="ADAL" clId="{3D067C34-98BC-4683-922C-577F120B7BE1}" dt="2023-10-18T06:13:42.772" v="1994"/>
        <pc:sldMkLst>
          <pc:docMk/>
          <pc:sldMk cId="1448771803" sldId="1372"/>
        </pc:sldMkLst>
      </pc:sldChg>
      <pc:sldChg chg="addSp delSp modSp add mod">
        <pc:chgData name="THAISINGTAING" userId="a31277fe-ae5d-4f13-bbfe-9b62b612caf2" providerId="ADAL" clId="{3D067C34-98BC-4683-922C-577F120B7BE1}" dt="2023-10-18T06:15:54.163" v="2056" actId="208"/>
        <pc:sldMkLst>
          <pc:docMk/>
          <pc:sldMk cId="3799212637" sldId="1372"/>
        </pc:sldMkLst>
        <pc:spChg chg="add mod">
          <ac:chgData name="THAISINGTAING" userId="a31277fe-ae5d-4f13-bbfe-9b62b612caf2" providerId="ADAL" clId="{3D067C34-98BC-4683-922C-577F120B7BE1}" dt="2023-10-18T06:14:52.924" v="2027" actId="1076"/>
          <ac:spMkLst>
            <pc:docMk/>
            <pc:sldMk cId="3799212637" sldId="1372"/>
            <ac:spMk id="5" creationId="{5F82E04A-A425-F9C4-C0F9-C93F7681BCBC}"/>
          </ac:spMkLst>
        </pc:spChg>
        <pc:spChg chg="add mod">
          <ac:chgData name="THAISINGTAING" userId="a31277fe-ae5d-4f13-bbfe-9b62b612caf2" providerId="ADAL" clId="{3D067C34-98BC-4683-922C-577F120B7BE1}" dt="2023-10-18T06:15:07.109" v="2037" actId="1076"/>
          <ac:spMkLst>
            <pc:docMk/>
            <pc:sldMk cId="3799212637" sldId="1372"/>
            <ac:spMk id="6" creationId="{65D3AFF3-F3C9-C3CC-8671-A32E128C9344}"/>
          </ac:spMkLst>
        </pc:spChg>
        <pc:spChg chg="add mod">
          <ac:chgData name="THAISINGTAING" userId="a31277fe-ae5d-4f13-bbfe-9b62b612caf2" providerId="ADAL" clId="{3D067C34-98BC-4683-922C-577F120B7BE1}" dt="2023-10-18T06:14:52.924" v="2027" actId="1076"/>
          <ac:spMkLst>
            <pc:docMk/>
            <pc:sldMk cId="3799212637" sldId="1372"/>
            <ac:spMk id="7" creationId="{385916E3-7A8B-DFEB-748B-67292771E1DF}"/>
          </ac:spMkLst>
        </pc:spChg>
        <pc:spChg chg="add mod">
          <ac:chgData name="THAISINGTAING" userId="a31277fe-ae5d-4f13-bbfe-9b62b612caf2" providerId="ADAL" clId="{3D067C34-98BC-4683-922C-577F120B7BE1}" dt="2023-10-18T06:14:52.924" v="2027" actId="1076"/>
          <ac:spMkLst>
            <pc:docMk/>
            <pc:sldMk cId="3799212637" sldId="1372"/>
            <ac:spMk id="8" creationId="{832ECE59-9A4F-734F-B454-B54E3C631D39}"/>
          </ac:spMkLst>
        </pc:spChg>
        <pc:spChg chg="add mod">
          <ac:chgData name="THAISINGTAING" userId="a31277fe-ae5d-4f13-bbfe-9b62b612caf2" providerId="ADAL" clId="{3D067C34-98BC-4683-922C-577F120B7BE1}" dt="2023-10-18T06:14:52.924" v="2027" actId="1076"/>
          <ac:spMkLst>
            <pc:docMk/>
            <pc:sldMk cId="3799212637" sldId="1372"/>
            <ac:spMk id="9" creationId="{7FB552BB-F4AE-FCBE-AC02-0D41773A45F1}"/>
          </ac:spMkLst>
        </pc:spChg>
        <pc:spChg chg="add mod">
          <ac:chgData name="THAISINGTAING" userId="a31277fe-ae5d-4f13-bbfe-9b62b612caf2" providerId="ADAL" clId="{3D067C34-98BC-4683-922C-577F120B7BE1}" dt="2023-10-18T06:15:42.076" v="2055" actId="1076"/>
          <ac:spMkLst>
            <pc:docMk/>
            <pc:sldMk cId="3799212637" sldId="1372"/>
            <ac:spMk id="11" creationId="{35C426F7-8990-110B-52FC-7799F1A4DFF8}"/>
          </ac:spMkLst>
        </pc:spChg>
        <pc:spChg chg="add mod">
          <ac:chgData name="THAISINGTAING" userId="a31277fe-ae5d-4f13-bbfe-9b62b612caf2" providerId="ADAL" clId="{3D067C34-98BC-4683-922C-577F120B7BE1}" dt="2023-10-18T06:15:31.720" v="2052" actId="1076"/>
          <ac:spMkLst>
            <pc:docMk/>
            <pc:sldMk cId="3799212637" sldId="1372"/>
            <ac:spMk id="12" creationId="{9200DE6D-161B-FD6C-45FE-B7E05EDA1849}"/>
          </ac:spMkLst>
        </pc:spChg>
        <pc:spChg chg="add mod">
          <ac:chgData name="THAISINGTAING" userId="a31277fe-ae5d-4f13-bbfe-9b62b612caf2" providerId="ADAL" clId="{3D067C34-98BC-4683-922C-577F120B7BE1}" dt="2023-10-18T06:15:40.309" v="2054" actId="1076"/>
          <ac:spMkLst>
            <pc:docMk/>
            <pc:sldMk cId="3799212637" sldId="1372"/>
            <ac:spMk id="13" creationId="{7961E885-2489-AEFE-B00E-E79082434D28}"/>
          </ac:spMkLst>
        </pc:spChg>
        <pc:spChg chg="add mod">
          <ac:chgData name="THAISINGTAING" userId="a31277fe-ae5d-4f13-bbfe-9b62b612caf2" providerId="ADAL" clId="{3D067C34-98BC-4683-922C-577F120B7BE1}" dt="2023-10-18T06:15:37.067" v="2053" actId="1076"/>
          <ac:spMkLst>
            <pc:docMk/>
            <pc:sldMk cId="3799212637" sldId="1372"/>
            <ac:spMk id="21" creationId="{2F8F84FA-FCA5-DF40-BE0A-2F3A7E47E759}"/>
          </ac:spMkLst>
        </pc:spChg>
        <pc:spChg chg="add mod">
          <ac:chgData name="THAISINGTAING" userId="a31277fe-ae5d-4f13-bbfe-9b62b612caf2" providerId="ADAL" clId="{3D067C34-98BC-4683-922C-577F120B7BE1}" dt="2023-10-18T06:15:19.753" v="2039" actId="1076"/>
          <ac:spMkLst>
            <pc:docMk/>
            <pc:sldMk cId="3799212637" sldId="1372"/>
            <ac:spMk id="22" creationId="{1699E95A-EDAB-8891-8484-1F56D74C7361}"/>
          </ac:spMkLst>
        </pc:spChg>
        <pc:spChg chg="del">
          <ac:chgData name="THAISINGTAING" userId="a31277fe-ae5d-4f13-bbfe-9b62b612caf2" providerId="ADAL" clId="{3D067C34-98BC-4683-922C-577F120B7BE1}" dt="2023-10-18T06:14:03.548" v="2012" actId="478"/>
          <ac:spMkLst>
            <pc:docMk/>
            <pc:sldMk cId="3799212637" sldId="1372"/>
            <ac:spMk id="28" creationId="{C24EA94E-7A60-692E-14A1-5F264012A1F0}"/>
          </ac:spMkLst>
        </pc:spChg>
        <pc:spChg chg="del">
          <ac:chgData name="THAISINGTAING" userId="a31277fe-ae5d-4f13-bbfe-9b62b612caf2" providerId="ADAL" clId="{3D067C34-98BC-4683-922C-577F120B7BE1}" dt="2023-10-18T06:14:00.131" v="2009" actId="478"/>
          <ac:spMkLst>
            <pc:docMk/>
            <pc:sldMk cId="3799212637" sldId="1372"/>
            <ac:spMk id="36" creationId="{21E6DD41-CF97-1A6C-8962-4A7D10F83F29}"/>
          </ac:spMkLst>
        </pc:spChg>
        <pc:spChg chg="del">
          <ac:chgData name="THAISINGTAING" userId="a31277fe-ae5d-4f13-bbfe-9b62b612caf2" providerId="ADAL" clId="{3D067C34-98BC-4683-922C-577F120B7BE1}" dt="2023-10-18T06:14:02.476" v="2011" actId="478"/>
          <ac:spMkLst>
            <pc:docMk/>
            <pc:sldMk cId="3799212637" sldId="1372"/>
            <ac:spMk id="37" creationId="{66234693-5AE4-8A7B-EA74-F37D6E5C2BB9}"/>
          </ac:spMkLst>
        </pc:spChg>
        <pc:spChg chg="del">
          <ac:chgData name="THAISINGTAING" userId="a31277fe-ae5d-4f13-bbfe-9b62b612caf2" providerId="ADAL" clId="{3D067C34-98BC-4683-922C-577F120B7BE1}" dt="2023-10-18T06:13:50.186" v="2000" actId="478"/>
          <ac:spMkLst>
            <pc:docMk/>
            <pc:sldMk cId="3799212637" sldId="1372"/>
            <ac:spMk id="40" creationId="{2959B849-422E-D7D1-E1A5-6A231C97D747}"/>
          </ac:spMkLst>
        </pc:spChg>
        <pc:spChg chg="del">
          <ac:chgData name="THAISINGTAING" userId="a31277fe-ae5d-4f13-bbfe-9b62b612caf2" providerId="ADAL" clId="{3D067C34-98BC-4683-922C-577F120B7BE1}" dt="2023-10-18T06:13:58.843" v="2008" actId="478"/>
          <ac:spMkLst>
            <pc:docMk/>
            <pc:sldMk cId="3799212637" sldId="1372"/>
            <ac:spMk id="43" creationId="{C295E0A9-FD5E-E65C-2F5D-BE7AA394CC7C}"/>
          </ac:spMkLst>
        </pc:spChg>
        <pc:spChg chg="del">
          <ac:chgData name="THAISINGTAING" userId="a31277fe-ae5d-4f13-bbfe-9b62b612caf2" providerId="ADAL" clId="{3D067C34-98BC-4683-922C-577F120B7BE1}" dt="2023-10-18T06:13:56.867" v="2006" actId="478"/>
          <ac:spMkLst>
            <pc:docMk/>
            <pc:sldMk cId="3799212637" sldId="1372"/>
            <ac:spMk id="44" creationId="{67C519C0-F18B-67F3-3EAE-217B0BA04A67}"/>
          </ac:spMkLst>
        </pc:spChg>
        <pc:picChg chg="add mod">
          <ac:chgData name="THAISINGTAING" userId="a31277fe-ae5d-4f13-bbfe-9b62b612caf2" providerId="ADAL" clId="{3D067C34-98BC-4683-922C-577F120B7BE1}" dt="2023-10-18T06:14:36.391" v="2024" actId="1076"/>
          <ac:picMkLst>
            <pc:docMk/>
            <pc:sldMk cId="3799212637" sldId="1372"/>
            <ac:picMk id="3" creationId="{8C78A586-1DC2-8206-0424-9630FE6D9956}"/>
          </ac:picMkLst>
        </pc:picChg>
        <pc:picChg chg="add mod">
          <ac:chgData name="THAISINGTAING" userId="a31277fe-ae5d-4f13-bbfe-9b62b612caf2" providerId="ADAL" clId="{3D067C34-98BC-4683-922C-577F120B7BE1}" dt="2023-10-18T06:15:54.163" v="2056" actId="208"/>
          <ac:picMkLst>
            <pc:docMk/>
            <pc:sldMk cId="3799212637" sldId="1372"/>
            <ac:picMk id="4" creationId="{BA5650DC-C770-799C-DFC7-EC97FF5AAE38}"/>
          </ac:picMkLst>
        </pc:picChg>
        <pc:picChg chg="del">
          <ac:chgData name="THAISINGTAING" userId="a31277fe-ae5d-4f13-bbfe-9b62b612caf2" providerId="ADAL" clId="{3D067C34-98BC-4683-922C-577F120B7BE1}" dt="2023-10-18T06:13:47.322" v="1996" actId="478"/>
          <ac:picMkLst>
            <pc:docMk/>
            <pc:sldMk cId="3799212637" sldId="1372"/>
            <ac:picMk id="14" creationId="{F2035732-6B9A-6643-5C4E-32441C0F93C0}"/>
          </ac:picMkLst>
        </pc:picChg>
        <pc:picChg chg="del">
          <ac:chgData name="THAISINGTAING" userId="a31277fe-ae5d-4f13-bbfe-9b62b612caf2" providerId="ADAL" clId="{3D067C34-98BC-4683-922C-577F120B7BE1}" dt="2023-10-18T06:13:52.946" v="2003" actId="478"/>
          <ac:picMkLst>
            <pc:docMk/>
            <pc:sldMk cId="3799212637" sldId="1372"/>
            <ac:picMk id="15" creationId="{A7E999D8-F443-3856-16A7-07CE37C936DD}"/>
          </ac:picMkLst>
        </pc:picChg>
        <pc:picChg chg="del">
          <ac:chgData name="THAISINGTAING" userId="a31277fe-ae5d-4f13-bbfe-9b62b612caf2" providerId="ADAL" clId="{3D067C34-98BC-4683-922C-577F120B7BE1}" dt="2023-10-18T06:13:57.659" v="2007" actId="478"/>
          <ac:picMkLst>
            <pc:docMk/>
            <pc:sldMk cId="3799212637" sldId="1372"/>
            <ac:picMk id="16" creationId="{20ED4B17-EA83-4834-8283-AF338AEAB321}"/>
          </ac:picMkLst>
        </pc:picChg>
        <pc:picChg chg="del">
          <ac:chgData name="THAISINGTAING" userId="a31277fe-ae5d-4f13-bbfe-9b62b612caf2" providerId="ADAL" clId="{3D067C34-98BC-4683-922C-577F120B7BE1}" dt="2023-10-18T06:13:49.290" v="1999" actId="478"/>
          <ac:picMkLst>
            <pc:docMk/>
            <pc:sldMk cId="3799212637" sldId="1372"/>
            <ac:picMk id="29" creationId="{22A6897F-D7D2-8547-3FF5-59CE55F6824F}"/>
          </ac:picMkLst>
        </pc:picChg>
        <pc:picChg chg="del">
          <ac:chgData name="THAISINGTAING" userId="a31277fe-ae5d-4f13-bbfe-9b62b612caf2" providerId="ADAL" clId="{3D067C34-98BC-4683-922C-577F120B7BE1}" dt="2023-10-18T06:13:48.810" v="1998" actId="478"/>
          <ac:picMkLst>
            <pc:docMk/>
            <pc:sldMk cId="3799212637" sldId="1372"/>
            <ac:picMk id="30" creationId="{E2326C83-C9E0-519C-98AB-6C4EF7C9FB5C}"/>
          </ac:picMkLst>
        </pc:picChg>
        <pc:picChg chg="del">
          <ac:chgData name="THAISINGTAING" userId="a31277fe-ae5d-4f13-bbfe-9b62b612caf2" providerId="ADAL" clId="{3D067C34-98BC-4683-922C-577F120B7BE1}" dt="2023-10-18T06:14:00.603" v="2010" actId="478"/>
          <ac:picMkLst>
            <pc:docMk/>
            <pc:sldMk cId="3799212637" sldId="1372"/>
            <ac:picMk id="31" creationId="{7A42926B-EDC1-3DDB-E038-7E892F693C2B}"/>
          </ac:picMkLst>
        </pc:picChg>
        <pc:cxnChg chg="del">
          <ac:chgData name="THAISINGTAING" userId="a31277fe-ae5d-4f13-bbfe-9b62b612caf2" providerId="ADAL" clId="{3D067C34-98BC-4683-922C-577F120B7BE1}" dt="2023-10-18T06:14:04.644" v="2013" actId="478"/>
          <ac:cxnSpMkLst>
            <pc:docMk/>
            <pc:sldMk cId="3799212637" sldId="1372"/>
            <ac:cxnSpMk id="17" creationId="{9B390CD1-5E59-F65E-2A62-10E2CF768DDB}"/>
          </ac:cxnSpMkLst>
        </pc:cxnChg>
        <pc:cxnChg chg="del">
          <ac:chgData name="THAISINGTAING" userId="a31277fe-ae5d-4f13-bbfe-9b62b612caf2" providerId="ADAL" clId="{3D067C34-98BC-4683-922C-577F120B7BE1}" dt="2023-10-18T06:13:51.266" v="2001" actId="478"/>
          <ac:cxnSpMkLst>
            <pc:docMk/>
            <pc:sldMk cId="3799212637" sldId="1372"/>
            <ac:cxnSpMk id="18" creationId="{A32073FD-A427-D836-7B11-7B04D3A6FFEA}"/>
          </ac:cxnSpMkLst>
        </pc:cxnChg>
        <pc:cxnChg chg="del">
          <ac:chgData name="THAISINGTAING" userId="a31277fe-ae5d-4f13-bbfe-9b62b612caf2" providerId="ADAL" clId="{3D067C34-98BC-4683-922C-577F120B7BE1}" dt="2023-10-18T06:13:52.354" v="2002" actId="478"/>
          <ac:cxnSpMkLst>
            <pc:docMk/>
            <pc:sldMk cId="3799212637" sldId="1372"/>
            <ac:cxnSpMk id="19" creationId="{B58B30A3-5B2D-107E-AC20-D9A5E2777C2A}"/>
          </ac:cxnSpMkLst>
        </pc:cxnChg>
        <pc:cxnChg chg="add del mod">
          <ac:chgData name="THAISINGTAING" userId="a31277fe-ae5d-4f13-bbfe-9b62b612caf2" providerId="ADAL" clId="{3D067C34-98BC-4683-922C-577F120B7BE1}" dt="2023-10-18T06:14:55.409" v="2028" actId="14100"/>
          <ac:cxnSpMkLst>
            <pc:docMk/>
            <pc:sldMk cId="3799212637" sldId="1372"/>
            <ac:cxnSpMk id="20" creationId="{946C096F-270D-8FDE-4009-B94495CC3A5A}"/>
          </ac:cxnSpMkLst>
        </pc:cxnChg>
        <pc:cxnChg chg="del">
          <ac:chgData name="THAISINGTAING" userId="a31277fe-ae5d-4f13-bbfe-9b62b612caf2" providerId="ADAL" clId="{3D067C34-98BC-4683-922C-577F120B7BE1}" dt="2023-10-18T06:13:48.322" v="1997" actId="478"/>
          <ac:cxnSpMkLst>
            <pc:docMk/>
            <pc:sldMk cId="3799212637" sldId="1372"/>
            <ac:cxnSpMk id="32" creationId="{613AE394-4F8C-1AD4-88D5-B72D250EDF32}"/>
          </ac:cxnSpMkLst>
        </pc:cxnChg>
      </pc:sldChg>
    </pc:docChg>
  </pc:docChgLst>
  <pc:docChgLst>
    <pc:chgData name="THAISINGTAING" userId="a31277fe-ae5d-4f13-bbfe-9b62b612caf2" providerId="ADAL" clId="{BD027425-100B-4ADE-A01F-D98BD7E75827}"/>
    <pc:docChg chg="undo redo custSel addSld delSld modSld">
      <pc:chgData name="THAISINGTAING" userId="a31277fe-ae5d-4f13-bbfe-9b62b612caf2" providerId="ADAL" clId="{BD027425-100B-4ADE-A01F-D98BD7E75827}" dt="2023-09-11T04:13:37.945" v="2714" actId="20577"/>
      <pc:docMkLst>
        <pc:docMk/>
      </pc:docMkLst>
      <pc:sldChg chg="del">
        <pc:chgData name="THAISINGTAING" userId="a31277fe-ae5d-4f13-bbfe-9b62b612caf2" providerId="ADAL" clId="{BD027425-100B-4ADE-A01F-D98BD7E75827}" dt="2023-09-11T03:26:32.133" v="32" actId="47"/>
        <pc:sldMkLst>
          <pc:docMk/>
          <pc:sldMk cId="3678562242" sldId="258"/>
        </pc:sldMkLst>
      </pc:sldChg>
      <pc:sldChg chg="del">
        <pc:chgData name="THAISINGTAING" userId="a31277fe-ae5d-4f13-bbfe-9b62b612caf2" providerId="ADAL" clId="{BD027425-100B-4ADE-A01F-D98BD7E75827}" dt="2023-09-11T03:26:29.860" v="31" actId="47"/>
        <pc:sldMkLst>
          <pc:docMk/>
          <pc:sldMk cId="3772586797" sldId="898"/>
        </pc:sldMkLst>
      </pc:sldChg>
      <pc:sldChg chg="add del">
        <pc:chgData name="THAISINGTAING" userId="a31277fe-ae5d-4f13-bbfe-9b62b612caf2" providerId="ADAL" clId="{BD027425-100B-4ADE-A01F-D98BD7E75827}" dt="2023-09-11T03:26:16.181" v="17" actId="47"/>
        <pc:sldMkLst>
          <pc:docMk/>
          <pc:sldMk cId="709086142" sldId="918"/>
        </pc:sldMkLst>
      </pc:sldChg>
      <pc:sldChg chg="del">
        <pc:chgData name="THAISINGTAING" userId="a31277fe-ae5d-4f13-bbfe-9b62b612caf2" providerId="ADAL" clId="{BD027425-100B-4ADE-A01F-D98BD7E75827}" dt="2023-09-11T03:26:17.511" v="18" actId="47"/>
        <pc:sldMkLst>
          <pc:docMk/>
          <pc:sldMk cId="1801185579" sldId="920"/>
        </pc:sldMkLst>
      </pc:sldChg>
      <pc:sldChg chg="del">
        <pc:chgData name="THAISINGTAING" userId="a31277fe-ae5d-4f13-bbfe-9b62b612caf2" providerId="ADAL" clId="{BD027425-100B-4ADE-A01F-D98BD7E75827}" dt="2023-09-11T03:26:18.328" v="19" actId="47"/>
        <pc:sldMkLst>
          <pc:docMk/>
          <pc:sldMk cId="64054720" sldId="921"/>
        </pc:sldMkLst>
      </pc:sldChg>
      <pc:sldChg chg="add del">
        <pc:chgData name="THAISINGTAING" userId="a31277fe-ae5d-4f13-bbfe-9b62b612caf2" providerId="ADAL" clId="{BD027425-100B-4ADE-A01F-D98BD7E75827}" dt="2023-09-11T03:26:15.481" v="16" actId="47"/>
        <pc:sldMkLst>
          <pc:docMk/>
          <pc:sldMk cId="2597760138" sldId="922"/>
        </pc:sldMkLst>
      </pc:sldChg>
      <pc:sldChg chg="add del">
        <pc:chgData name="THAISINGTAING" userId="a31277fe-ae5d-4f13-bbfe-9b62b612caf2" providerId="ADAL" clId="{BD027425-100B-4ADE-A01F-D98BD7E75827}" dt="2023-09-11T03:26:15.204" v="15" actId="47"/>
        <pc:sldMkLst>
          <pc:docMk/>
          <pc:sldMk cId="857584904" sldId="928"/>
        </pc:sldMkLst>
      </pc:sldChg>
      <pc:sldChg chg="del">
        <pc:chgData name="THAISINGTAING" userId="a31277fe-ae5d-4f13-bbfe-9b62b612caf2" providerId="ADAL" clId="{BD027425-100B-4ADE-A01F-D98BD7E75827}" dt="2023-09-11T03:25:55.271" v="1" actId="47"/>
        <pc:sldMkLst>
          <pc:docMk/>
          <pc:sldMk cId="2420201857" sldId="1335"/>
        </pc:sldMkLst>
      </pc:sldChg>
      <pc:sldChg chg="del">
        <pc:chgData name="THAISINGTAING" userId="a31277fe-ae5d-4f13-bbfe-9b62b612caf2" providerId="ADAL" clId="{BD027425-100B-4ADE-A01F-D98BD7E75827}" dt="2023-09-11T03:25:54.902" v="0" actId="47"/>
        <pc:sldMkLst>
          <pc:docMk/>
          <pc:sldMk cId="1711508880" sldId="1336"/>
        </pc:sldMkLst>
      </pc:sldChg>
      <pc:sldChg chg="del">
        <pc:chgData name="THAISINGTAING" userId="a31277fe-ae5d-4f13-bbfe-9b62b612caf2" providerId="ADAL" clId="{BD027425-100B-4ADE-A01F-D98BD7E75827}" dt="2023-09-11T03:26:25.097" v="24" actId="47"/>
        <pc:sldMkLst>
          <pc:docMk/>
          <pc:sldMk cId="3371161589" sldId="1342"/>
        </pc:sldMkLst>
      </pc:sldChg>
      <pc:sldChg chg="del">
        <pc:chgData name="THAISINGTAING" userId="a31277fe-ae5d-4f13-bbfe-9b62b612caf2" providerId="ADAL" clId="{BD027425-100B-4ADE-A01F-D98BD7E75827}" dt="2023-09-11T03:25:55.482" v="2" actId="47"/>
        <pc:sldMkLst>
          <pc:docMk/>
          <pc:sldMk cId="320374488" sldId="1343"/>
        </pc:sldMkLst>
      </pc:sldChg>
      <pc:sldChg chg="del">
        <pc:chgData name="THAISINGTAING" userId="a31277fe-ae5d-4f13-bbfe-9b62b612caf2" providerId="ADAL" clId="{BD027425-100B-4ADE-A01F-D98BD7E75827}" dt="2023-09-11T03:25:55.757" v="3" actId="47"/>
        <pc:sldMkLst>
          <pc:docMk/>
          <pc:sldMk cId="1766633769" sldId="1344"/>
        </pc:sldMkLst>
      </pc:sldChg>
      <pc:sldChg chg="del">
        <pc:chgData name="THAISINGTAING" userId="a31277fe-ae5d-4f13-bbfe-9b62b612caf2" providerId="ADAL" clId="{BD027425-100B-4ADE-A01F-D98BD7E75827}" dt="2023-09-11T03:25:56.043" v="4" actId="47"/>
        <pc:sldMkLst>
          <pc:docMk/>
          <pc:sldMk cId="3883036980" sldId="1345"/>
        </pc:sldMkLst>
      </pc:sldChg>
      <pc:sldChg chg="del">
        <pc:chgData name="THAISINGTAING" userId="a31277fe-ae5d-4f13-bbfe-9b62b612caf2" providerId="ADAL" clId="{BD027425-100B-4ADE-A01F-D98BD7E75827}" dt="2023-09-11T03:26:25.578" v="26" actId="47"/>
        <pc:sldMkLst>
          <pc:docMk/>
          <pc:sldMk cId="2846179929" sldId="1348"/>
        </pc:sldMkLst>
      </pc:sldChg>
      <pc:sldChg chg="del">
        <pc:chgData name="THAISINGTAING" userId="a31277fe-ae5d-4f13-bbfe-9b62b612caf2" providerId="ADAL" clId="{BD027425-100B-4ADE-A01F-D98BD7E75827}" dt="2023-09-11T03:26:25.353" v="25" actId="47"/>
        <pc:sldMkLst>
          <pc:docMk/>
          <pc:sldMk cId="2034762179" sldId="1349"/>
        </pc:sldMkLst>
      </pc:sldChg>
      <pc:sldChg chg="del">
        <pc:chgData name="THAISINGTAING" userId="a31277fe-ae5d-4f13-bbfe-9b62b612caf2" providerId="ADAL" clId="{BD027425-100B-4ADE-A01F-D98BD7E75827}" dt="2023-09-11T03:25:56.328" v="5" actId="47"/>
        <pc:sldMkLst>
          <pc:docMk/>
          <pc:sldMk cId="848521013" sldId="1351"/>
        </pc:sldMkLst>
      </pc:sldChg>
      <pc:sldChg chg="add del">
        <pc:chgData name="THAISINGTAING" userId="a31277fe-ae5d-4f13-bbfe-9b62b612caf2" providerId="ADAL" clId="{BD027425-100B-4ADE-A01F-D98BD7E75827}" dt="2023-09-11T03:26:14.978" v="14" actId="47"/>
        <pc:sldMkLst>
          <pc:docMk/>
          <pc:sldMk cId="1557666907" sldId="1352"/>
        </pc:sldMkLst>
      </pc:sldChg>
      <pc:sldChg chg="del">
        <pc:chgData name="THAISINGTAING" userId="a31277fe-ae5d-4f13-bbfe-9b62b612caf2" providerId="ADAL" clId="{BD027425-100B-4ADE-A01F-D98BD7E75827}" dt="2023-09-11T03:26:24.715" v="23" actId="47"/>
        <pc:sldMkLst>
          <pc:docMk/>
          <pc:sldMk cId="98558033" sldId="1366"/>
        </pc:sldMkLst>
      </pc:sldChg>
      <pc:sldChg chg="del">
        <pc:chgData name="THAISINGTAING" userId="a31277fe-ae5d-4f13-bbfe-9b62b612caf2" providerId="ADAL" clId="{BD027425-100B-4ADE-A01F-D98BD7E75827}" dt="2023-09-11T03:26:24.120" v="22" actId="47"/>
        <pc:sldMkLst>
          <pc:docMk/>
          <pc:sldMk cId="384494400" sldId="1367"/>
        </pc:sldMkLst>
      </pc:sldChg>
      <pc:sldChg chg="addSp delSp modSp mod">
        <pc:chgData name="THAISINGTAING" userId="a31277fe-ae5d-4f13-bbfe-9b62b612caf2" providerId="ADAL" clId="{BD027425-100B-4ADE-A01F-D98BD7E75827}" dt="2023-09-11T04:13:37.945" v="2714" actId="20577"/>
        <pc:sldMkLst>
          <pc:docMk/>
          <pc:sldMk cId="182838673" sldId="1369"/>
        </pc:sldMkLst>
        <pc:spChg chg="mod">
          <ac:chgData name="THAISINGTAING" userId="a31277fe-ae5d-4f13-bbfe-9b62b612caf2" providerId="ADAL" clId="{BD027425-100B-4ADE-A01F-D98BD7E75827}" dt="2023-09-11T03:28:51.027" v="68" actId="20577"/>
          <ac:spMkLst>
            <pc:docMk/>
            <pc:sldMk cId="182838673" sldId="1369"/>
            <ac:spMk id="2" creationId="{E219B80C-EC08-22D5-2D1C-567E1681689C}"/>
          </ac:spMkLst>
        </pc:spChg>
        <pc:spChg chg="add del mod">
          <ac:chgData name="THAISINGTAING" userId="a31277fe-ae5d-4f13-bbfe-9b62b612caf2" providerId="ADAL" clId="{BD027425-100B-4ADE-A01F-D98BD7E75827}" dt="2023-09-11T03:29:17.711" v="73" actId="478"/>
          <ac:spMkLst>
            <pc:docMk/>
            <pc:sldMk cId="182838673" sldId="1369"/>
            <ac:spMk id="3" creationId="{6F2617EE-B764-FB34-0A43-8CD74EBFF44F}"/>
          </ac:spMkLst>
        </pc:spChg>
        <pc:spChg chg="del mod">
          <ac:chgData name="THAISINGTAING" userId="a31277fe-ae5d-4f13-bbfe-9b62b612caf2" providerId="ADAL" clId="{BD027425-100B-4ADE-A01F-D98BD7E75827}" dt="2023-09-11T03:50:07.604" v="750" actId="478"/>
          <ac:spMkLst>
            <pc:docMk/>
            <pc:sldMk cId="182838673" sldId="1369"/>
            <ac:spMk id="4" creationId="{A4915004-9609-C501-8BA5-BBF01CF36EE7}"/>
          </ac:spMkLst>
        </pc:spChg>
        <pc:spChg chg="del">
          <ac:chgData name="THAISINGTAING" userId="a31277fe-ae5d-4f13-bbfe-9b62b612caf2" providerId="ADAL" clId="{BD027425-100B-4ADE-A01F-D98BD7E75827}" dt="2023-09-11T03:50:05.860" v="749" actId="478"/>
          <ac:spMkLst>
            <pc:docMk/>
            <pc:sldMk cId="182838673" sldId="1369"/>
            <ac:spMk id="5" creationId="{D7F78613-0FE9-FE30-3F30-211EB8E27E16}"/>
          </ac:spMkLst>
        </pc:spChg>
        <pc:spChg chg="add del mod ord">
          <ac:chgData name="THAISINGTAING" userId="a31277fe-ae5d-4f13-bbfe-9b62b612caf2" providerId="ADAL" clId="{BD027425-100B-4ADE-A01F-D98BD7E75827}" dt="2023-09-11T03:30:17.513" v="88" actId="11529"/>
          <ac:spMkLst>
            <pc:docMk/>
            <pc:sldMk cId="182838673" sldId="1369"/>
            <ac:spMk id="8" creationId="{90665680-B62C-9CD6-ED85-9EEA18CB81ED}"/>
          </ac:spMkLst>
        </pc:spChg>
        <pc:spChg chg="add mod">
          <ac:chgData name="THAISINGTAING" userId="a31277fe-ae5d-4f13-bbfe-9b62b612caf2" providerId="ADAL" clId="{BD027425-100B-4ADE-A01F-D98BD7E75827}" dt="2023-09-11T03:50:16.309" v="756" actId="1036"/>
          <ac:spMkLst>
            <pc:docMk/>
            <pc:sldMk cId="182838673" sldId="1369"/>
            <ac:spMk id="10" creationId="{0B365FBE-294C-E81B-A389-338C51C94B90}"/>
          </ac:spMkLst>
        </pc:spChg>
        <pc:spChg chg="add del">
          <ac:chgData name="THAISINGTAING" userId="a31277fe-ae5d-4f13-bbfe-9b62b612caf2" providerId="ADAL" clId="{BD027425-100B-4ADE-A01F-D98BD7E75827}" dt="2023-09-11T03:29:47.377" v="80" actId="34124"/>
          <ac:spMkLst>
            <pc:docMk/>
            <pc:sldMk cId="182838673" sldId="1369"/>
            <ac:spMk id="11" creationId="{47B1E749-2783-4AC8-85B9-8C8A5D5DFBF1}"/>
          </ac:spMkLst>
        </pc:spChg>
        <pc:spChg chg="add del">
          <ac:chgData name="THAISINGTAING" userId="a31277fe-ae5d-4f13-bbfe-9b62b612caf2" providerId="ADAL" clId="{BD027425-100B-4ADE-A01F-D98BD7E75827}" dt="2023-09-11T03:29:32.089" v="76" actId="34122"/>
          <ac:spMkLst>
            <pc:docMk/>
            <pc:sldMk cId="182838673" sldId="1369"/>
            <ac:spMk id="11" creationId="{630D5470-3660-4CC4-8823-B80569CB442B}"/>
          </ac:spMkLst>
        </pc:spChg>
        <pc:spChg chg="del">
          <ac:chgData name="THAISINGTAING" userId="a31277fe-ae5d-4f13-bbfe-9b62b612caf2" providerId="ADAL" clId="{BD027425-100B-4ADE-A01F-D98BD7E75827}" dt="2023-09-11T03:28:27.048" v="37" actId="478"/>
          <ac:spMkLst>
            <pc:docMk/>
            <pc:sldMk cId="182838673" sldId="1369"/>
            <ac:spMk id="15" creationId="{6F4BC9F6-02D2-9F26-0A86-A1590470D27A}"/>
          </ac:spMkLst>
        </pc:spChg>
        <pc:spChg chg="del">
          <ac:chgData name="THAISINGTAING" userId="a31277fe-ae5d-4f13-bbfe-9b62b612caf2" providerId="ADAL" clId="{BD027425-100B-4ADE-A01F-D98BD7E75827}" dt="2023-09-11T03:28:26.144" v="36" actId="478"/>
          <ac:spMkLst>
            <pc:docMk/>
            <pc:sldMk cId="182838673" sldId="1369"/>
            <ac:spMk id="18" creationId="{54B5D1C2-64D5-FA2A-CF82-0393064F0943}"/>
          </ac:spMkLst>
        </pc:spChg>
        <pc:spChg chg="del">
          <ac:chgData name="THAISINGTAING" userId="a31277fe-ae5d-4f13-bbfe-9b62b612caf2" providerId="ADAL" clId="{BD027425-100B-4ADE-A01F-D98BD7E75827}" dt="2023-09-11T03:28:21.857" v="33" actId="478"/>
          <ac:spMkLst>
            <pc:docMk/>
            <pc:sldMk cId="182838673" sldId="1369"/>
            <ac:spMk id="20" creationId="{A8DDA636-75E6-2791-0348-E0E4818EE507}"/>
          </ac:spMkLst>
        </pc:spChg>
        <pc:spChg chg="add mod">
          <ac:chgData name="THAISINGTAING" userId="a31277fe-ae5d-4f13-bbfe-9b62b612caf2" providerId="ADAL" clId="{BD027425-100B-4ADE-A01F-D98BD7E75827}" dt="2023-09-11T03:44:55.769" v="419" actId="1038"/>
          <ac:spMkLst>
            <pc:docMk/>
            <pc:sldMk cId="182838673" sldId="1369"/>
            <ac:spMk id="21" creationId="{BC10165D-C6BD-9BAA-1BED-F1DCF70B633F}"/>
          </ac:spMkLst>
        </pc:spChg>
        <pc:spChg chg="del">
          <ac:chgData name="THAISINGTAING" userId="a31277fe-ae5d-4f13-bbfe-9b62b612caf2" providerId="ADAL" clId="{BD027425-100B-4ADE-A01F-D98BD7E75827}" dt="2023-09-11T03:28:22.935" v="34" actId="478"/>
          <ac:spMkLst>
            <pc:docMk/>
            <pc:sldMk cId="182838673" sldId="1369"/>
            <ac:spMk id="22" creationId="{BA409090-ADD5-E32C-5661-59B7C02AADBC}"/>
          </ac:spMkLst>
        </pc:spChg>
        <pc:spChg chg="del">
          <ac:chgData name="THAISINGTAING" userId="a31277fe-ae5d-4f13-bbfe-9b62b612caf2" providerId="ADAL" clId="{BD027425-100B-4ADE-A01F-D98BD7E75827}" dt="2023-09-11T03:28:24.200" v="35" actId="478"/>
          <ac:spMkLst>
            <pc:docMk/>
            <pc:sldMk cId="182838673" sldId="1369"/>
            <ac:spMk id="23" creationId="{A36A2AE4-94D2-F173-AB45-A4C46106CACF}"/>
          </ac:spMkLst>
        </pc:spChg>
        <pc:spChg chg="add del">
          <ac:chgData name="THAISINGTAING" userId="a31277fe-ae5d-4f13-bbfe-9b62b612caf2" providerId="ADAL" clId="{BD027425-100B-4ADE-A01F-D98BD7E75827}" dt="2023-09-11T03:45:54.505" v="434" actId="22"/>
          <ac:spMkLst>
            <pc:docMk/>
            <pc:sldMk cId="182838673" sldId="1369"/>
            <ac:spMk id="28" creationId="{B052DB76-5A4D-284A-1742-E239D1413511}"/>
          </ac:spMkLst>
        </pc:spChg>
        <pc:spChg chg="add del mod">
          <ac:chgData name="THAISINGTAING" userId="a31277fe-ae5d-4f13-bbfe-9b62b612caf2" providerId="ADAL" clId="{BD027425-100B-4ADE-A01F-D98BD7E75827}" dt="2023-09-11T03:51:57.739" v="918"/>
          <ac:spMkLst>
            <pc:docMk/>
            <pc:sldMk cId="182838673" sldId="1369"/>
            <ac:spMk id="30" creationId="{B7D1ECDC-0D65-1EA4-A167-351D06437089}"/>
          </ac:spMkLst>
        </pc:spChg>
        <pc:spChg chg="add del mod">
          <ac:chgData name="THAISINGTAING" userId="a31277fe-ae5d-4f13-bbfe-9b62b612caf2" providerId="ADAL" clId="{BD027425-100B-4ADE-A01F-D98BD7E75827}" dt="2023-09-11T03:47:05.717" v="621"/>
          <ac:spMkLst>
            <pc:docMk/>
            <pc:sldMk cId="182838673" sldId="1369"/>
            <ac:spMk id="31" creationId="{F0A47C2D-7F36-72C7-785F-8F1D21DD3B7C}"/>
          </ac:spMkLst>
        </pc:spChg>
        <pc:spChg chg="add mod">
          <ac:chgData name="THAISINGTAING" userId="a31277fe-ae5d-4f13-bbfe-9b62b612caf2" providerId="ADAL" clId="{BD027425-100B-4ADE-A01F-D98BD7E75827}" dt="2023-09-11T03:49:09.839" v="736" actId="1076"/>
          <ac:spMkLst>
            <pc:docMk/>
            <pc:sldMk cId="182838673" sldId="1369"/>
            <ac:spMk id="32" creationId="{72675C41-B702-0DE7-6AE0-CDBBB3E529E6}"/>
          </ac:spMkLst>
        </pc:spChg>
        <pc:spChg chg="add del mod">
          <ac:chgData name="THAISINGTAING" userId="a31277fe-ae5d-4f13-bbfe-9b62b612caf2" providerId="ADAL" clId="{BD027425-100B-4ADE-A01F-D98BD7E75827}" dt="2023-09-11T03:49:53.741" v="746"/>
          <ac:spMkLst>
            <pc:docMk/>
            <pc:sldMk cId="182838673" sldId="1369"/>
            <ac:spMk id="33" creationId="{A0C442C1-D268-993F-E13F-5F9AC904839A}"/>
          </ac:spMkLst>
        </pc:spChg>
        <pc:spChg chg="add del mod">
          <ac:chgData name="THAISINGTAING" userId="a31277fe-ae5d-4f13-bbfe-9b62b612caf2" providerId="ADAL" clId="{BD027425-100B-4ADE-A01F-D98BD7E75827}" dt="2023-09-11T03:50:53.939" v="803" actId="20577"/>
          <ac:spMkLst>
            <pc:docMk/>
            <pc:sldMk cId="182838673" sldId="1369"/>
            <ac:spMk id="34" creationId="{9475E668-83F7-1E0B-F56B-6B434374D4C8}"/>
          </ac:spMkLst>
        </pc:spChg>
        <pc:spChg chg="add del mod">
          <ac:chgData name="THAISINGTAING" userId="a31277fe-ae5d-4f13-bbfe-9b62b612caf2" providerId="ADAL" clId="{BD027425-100B-4ADE-A01F-D98BD7E75827}" dt="2023-09-11T04:13:37.945" v="2714" actId="20577"/>
          <ac:spMkLst>
            <pc:docMk/>
            <pc:sldMk cId="182838673" sldId="1369"/>
            <ac:spMk id="35" creationId="{ECDDDE97-D21E-BF4E-BF95-ADBA16E2B736}"/>
          </ac:spMkLst>
        </pc:spChg>
        <pc:picChg chg="add mod modCrop">
          <ac:chgData name="THAISINGTAING" userId="a31277fe-ae5d-4f13-bbfe-9b62b612caf2" providerId="ADAL" clId="{BD027425-100B-4ADE-A01F-D98BD7E75827}" dt="2023-09-11T04:13:09.302" v="2703" actId="1076"/>
          <ac:picMkLst>
            <pc:docMk/>
            <pc:sldMk cId="182838673" sldId="1369"/>
            <ac:picMk id="4" creationId="{4C6A7D7D-4801-6415-D0F6-32F572778BBF}"/>
          </ac:picMkLst>
        </pc:picChg>
        <pc:picChg chg="mod ord">
          <ac:chgData name="THAISINGTAING" userId="a31277fe-ae5d-4f13-bbfe-9b62b612caf2" providerId="ADAL" clId="{BD027425-100B-4ADE-A01F-D98BD7E75827}" dt="2023-09-11T03:50:16.309" v="756" actId="1036"/>
          <ac:picMkLst>
            <pc:docMk/>
            <pc:sldMk cId="182838673" sldId="1369"/>
            <ac:picMk id="9" creationId="{F323E33F-425D-B288-96DD-59BC6D0EA913}"/>
          </ac:picMkLst>
        </pc:picChg>
        <pc:picChg chg="add mod modCrop">
          <ac:chgData name="THAISINGTAING" userId="a31277fe-ae5d-4f13-bbfe-9b62b612caf2" providerId="ADAL" clId="{BD027425-100B-4ADE-A01F-D98BD7E75827}" dt="2023-09-11T03:44:58.310" v="420" actId="1076"/>
          <ac:picMkLst>
            <pc:docMk/>
            <pc:sldMk cId="182838673" sldId="1369"/>
            <ac:picMk id="13" creationId="{BC26A08B-5EF7-FEC5-360D-72C564EEBDA6}"/>
          </ac:picMkLst>
        </pc:picChg>
        <pc:picChg chg="add del mod modCrop">
          <ac:chgData name="THAISINGTAING" userId="a31277fe-ae5d-4f13-bbfe-9b62b612caf2" providerId="ADAL" clId="{BD027425-100B-4ADE-A01F-D98BD7E75827}" dt="2023-09-11T04:12:54.738" v="2698" actId="478"/>
          <ac:picMkLst>
            <pc:docMk/>
            <pc:sldMk cId="182838673" sldId="1369"/>
            <ac:picMk id="16" creationId="{7527B404-96E0-D8A2-3920-874092B618A1}"/>
          </ac:picMkLst>
        </pc:picChg>
        <pc:picChg chg="add mod modCrop">
          <ac:chgData name="THAISINGTAING" userId="a31277fe-ae5d-4f13-bbfe-9b62b612caf2" providerId="ADAL" clId="{BD027425-100B-4ADE-A01F-D98BD7E75827}" dt="2023-09-11T03:44:49.690" v="414" actId="1076"/>
          <ac:picMkLst>
            <pc:docMk/>
            <pc:sldMk cId="182838673" sldId="1369"/>
            <ac:picMk id="19" creationId="{7E426F05-3F4B-B483-76F7-D7133B6E4A2F}"/>
          </ac:picMkLst>
        </pc:picChg>
        <pc:inkChg chg="add del">
          <ac:chgData name="THAISINGTAING" userId="a31277fe-ae5d-4f13-bbfe-9b62b612caf2" providerId="ADAL" clId="{BD027425-100B-4ADE-A01F-D98BD7E75827}" dt="2023-09-11T03:29:48.820" v="81" actId="478"/>
          <ac:inkMkLst>
            <pc:docMk/>
            <pc:sldMk cId="182838673" sldId="1369"/>
            <ac:inkMk id="3" creationId="{693171DC-A233-4DFD-A922-B8F7AF9C4227}"/>
          </ac:inkMkLst>
        </pc:inkChg>
        <pc:inkChg chg="add del">
          <ac:chgData name="THAISINGTAING" userId="a31277fe-ae5d-4f13-bbfe-9b62b612caf2" providerId="ADAL" clId="{BD027425-100B-4ADE-A01F-D98BD7E75827}" dt="2023-09-11T03:29:32.746" v="77" actId="9405"/>
          <ac:inkMkLst>
            <pc:docMk/>
            <pc:sldMk cId="182838673" sldId="1369"/>
            <ac:inkMk id="6" creationId="{A5E601E7-610B-5829-58F8-61F2D54FC135}"/>
          </ac:inkMkLst>
        </pc:inkChg>
        <pc:inkChg chg="add del">
          <ac:chgData name="THAISINGTAING" userId="a31277fe-ae5d-4f13-bbfe-9b62b612caf2" providerId="ADAL" clId="{BD027425-100B-4ADE-A01F-D98BD7E75827}" dt="2023-09-11T03:29:45.390" v="79" actId="34122"/>
          <ac:inkMkLst>
            <pc:docMk/>
            <pc:sldMk cId="182838673" sldId="1369"/>
            <ac:inkMk id="7" creationId="{14009BA3-070F-326E-603A-FC83132158FD}"/>
          </ac:inkMkLst>
        </pc:inkChg>
        <pc:cxnChg chg="add mod">
          <ac:chgData name="THAISINGTAING" userId="a31277fe-ae5d-4f13-bbfe-9b62b612caf2" providerId="ADAL" clId="{BD027425-100B-4ADE-A01F-D98BD7E75827}" dt="2023-09-11T04:12:54.738" v="2698" actId="478"/>
          <ac:cxnSpMkLst>
            <pc:docMk/>
            <pc:sldMk cId="182838673" sldId="1369"/>
            <ac:cxnSpMk id="25" creationId="{DB5D421E-ECBB-82E4-220F-BCCD1FA53F7F}"/>
          </ac:cxnSpMkLst>
        </pc:cxnChg>
      </pc:sldChg>
      <pc:sldChg chg="addSp delSp modSp add mod">
        <pc:chgData name="THAISINGTAING" userId="a31277fe-ae5d-4f13-bbfe-9b62b612caf2" providerId="ADAL" clId="{BD027425-100B-4ADE-A01F-D98BD7E75827}" dt="2023-09-11T04:11:12.389" v="2697" actId="113"/>
        <pc:sldMkLst>
          <pc:docMk/>
          <pc:sldMk cId="517951742" sldId="1370"/>
        </pc:sldMkLst>
        <pc:spChg chg="mod">
          <ac:chgData name="THAISINGTAING" userId="a31277fe-ae5d-4f13-bbfe-9b62b612caf2" providerId="ADAL" clId="{BD027425-100B-4ADE-A01F-D98BD7E75827}" dt="2023-09-11T03:37:17.322" v="349" actId="20577"/>
          <ac:spMkLst>
            <pc:docMk/>
            <pc:sldMk cId="517951742" sldId="1370"/>
            <ac:spMk id="2" creationId="{E219B80C-EC08-22D5-2D1C-567E1681689C}"/>
          </ac:spMkLst>
        </pc:spChg>
        <pc:spChg chg="del mod">
          <ac:chgData name="THAISINGTAING" userId="a31277fe-ae5d-4f13-bbfe-9b62b612caf2" providerId="ADAL" clId="{BD027425-100B-4ADE-A01F-D98BD7E75827}" dt="2023-09-11T03:56:37.563" v="1354" actId="478"/>
          <ac:spMkLst>
            <pc:docMk/>
            <pc:sldMk cId="517951742" sldId="1370"/>
            <ac:spMk id="4" creationId="{A4915004-9609-C501-8BA5-BBF01CF36EE7}"/>
          </ac:spMkLst>
        </pc:spChg>
        <pc:spChg chg="del">
          <ac:chgData name="THAISINGTAING" userId="a31277fe-ae5d-4f13-bbfe-9b62b612caf2" providerId="ADAL" clId="{BD027425-100B-4ADE-A01F-D98BD7E75827}" dt="2023-09-11T03:56:38.619" v="1355" actId="478"/>
          <ac:spMkLst>
            <pc:docMk/>
            <pc:sldMk cId="517951742" sldId="1370"/>
            <ac:spMk id="5" creationId="{D7F78613-0FE9-FE30-3F30-211EB8E27E16}"/>
          </ac:spMkLst>
        </pc:spChg>
        <pc:spChg chg="add del mod">
          <ac:chgData name="THAISINGTAING" userId="a31277fe-ae5d-4f13-bbfe-9b62b612caf2" providerId="ADAL" clId="{BD027425-100B-4ADE-A01F-D98BD7E75827}" dt="2023-09-11T03:36:09.368" v="328" actId="478"/>
          <ac:spMkLst>
            <pc:docMk/>
            <pc:sldMk cId="517951742" sldId="1370"/>
            <ac:spMk id="7" creationId="{9671E606-F889-6266-9939-297B79035BFC}"/>
          </ac:spMkLst>
        </pc:spChg>
        <pc:spChg chg="add mod">
          <ac:chgData name="THAISINGTAING" userId="a31277fe-ae5d-4f13-bbfe-9b62b612caf2" providerId="ADAL" clId="{BD027425-100B-4ADE-A01F-D98BD7E75827}" dt="2023-09-11T03:56:43.935" v="1356"/>
          <ac:spMkLst>
            <pc:docMk/>
            <pc:sldMk cId="517951742" sldId="1370"/>
            <ac:spMk id="8" creationId="{3031B3F5-5DB5-2B5C-414F-D661CD82D3EB}"/>
          </ac:spMkLst>
        </pc:spChg>
        <pc:spChg chg="del">
          <ac:chgData name="THAISINGTAING" userId="a31277fe-ae5d-4f13-bbfe-9b62b612caf2" providerId="ADAL" clId="{BD027425-100B-4ADE-A01F-D98BD7E75827}" dt="2023-09-11T03:34:24.257" v="285" actId="478"/>
          <ac:spMkLst>
            <pc:docMk/>
            <pc:sldMk cId="517951742" sldId="1370"/>
            <ac:spMk id="10" creationId="{0B365FBE-294C-E81B-A389-338C51C94B90}"/>
          </ac:spMkLst>
        </pc:spChg>
        <pc:spChg chg="add mod">
          <ac:chgData name="THAISINGTAING" userId="a31277fe-ae5d-4f13-bbfe-9b62b612caf2" providerId="ADAL" clId="{BD027425-100B-4ADE-A01F-D98BD7E75827}" dt="2023-09-11T04:05:31.485" v="2227" actId="20577"/>
          <ac:spMkLst>
            <pc:docMk/>
            <pc:sldMk cId="517951742" sldId="1370"/>
            <ac:spMk id="11" creationId="{794D115F-8477-9E4C-B5A0-19B1CAF5EBC0}"/>
          </ac:spMkLst>
        </pc:spChg>
        <pc:spChg chg="add mod">
          <ac:chgData name="THAISINGTAING" userId="a31277fe-ae5d-4f13-bbfe-9b62b612caf2" providerId="ADAL" clId="{BD027425-100B-4ADE-A01F-D98BD7E75827}" dt="2023-09-11T04:11:12.389" v="2697" actId="113"/>
          <ac:spMkLst>
            <pc:docMk/>
            <pc:sldMk cId="517951742" sldId="1370"/>
            <ac:spMk id="12" creationId="{18390C82-B7DE-9B32-96BC-A0161203D1D5}"/>
          </ac:spMkLst>
        </pc:spChg>
        <pc:picChg chg="add mod">
          <ac:chgData name="THAISINGTAING" userId="a31277fe-ae5d-4f13-bbfe-9b62b612caf2" providerId="ADAL" clId="{BD027425-100B-4ADE-A01F-D98BD7E75827}" dt="2023-09-11T03:36:18.826" v="330" actId="1076"/>
          <ac:picMkLst>
            <pc:docMk/>
            <pc:sldMk cId="517951742" sldId="1370"/>
            <ac:picMk id="3" creationId="{F94A8651-8EF0-F82E-26A5-9E9022EADFF2}"/>
          </ac:picMkLst>
        </pc:picChg>
        <pc:picChg chg="add del mod">
          <ac:chgData name="THAISINGTAING" userId="a31277fe-ae5d-4f13-bbfe-9b62b612caf2" providerId="ADAL" clId="{BD027425-100B-4ADE-A01F-D98BD7E75827}" dt="2023-09-11T03:35:16.530" v="297"/>
          <ac:picMkLst>
            <pc:docMk/>
            <pc:sldMk cId="517951742" sldId="1370"/>
            <ac:picMk id="6" creationId="{95E252C4-D3B6-DDF4-3882-4C04CEAF354B}"/>
          </ac:picMkLst>
        </pc:picChg>
        <pc:picChg chg="del">
          <ac:chgData name="THAISINGTAING" userId="a31277fe-ae5d-4f13-bbfe-9b62b612caf2" providerId="ADAL" clId="{BD027425-100B-4ADE-A01F-D98BD7E75827}" dt="2023-09-11T03:34:24.746" v="286" actId="478"/>
          <ac:picMkLst>
            <pc:docMk/>
            <pc:sldMk cId="517951742" sldId="1370"/>
            <ac:picMk id="9" creationId="{F323E33F-425D-B288-96DD-59BC6D0EA913}"/>
          </ac:picMkLst>
        </pc:picChg>
      </pc:sldChg>
      <pc:sldChg chg="del">
        <pc:chgData name="THAISINGTAING" userId="a31277fe-ae5d-4f13-bbfe-9b62b612caf2" providerId="ADAL" clId="{BD027425-100B-4ADE-A01F-D98BD7E75827}" dt="2023-09-11T03:26:21.221" v="20" actId="47"/>
        <pc:sldMkLst>
          <pc:docMk/>
          <pc:sldMk cId="1202295693" sldId="1370"/>
        </pc:sldMkLst>
      </pc:sldChg>
      <pc:sldChg chg="add del">
        <pc:chgData name="THAISINGTAING" userId="a31277fe-ae5d-4f13-bbfe-9b62b612caf2" providerId="ADAL" clId="{BD027425-100B-4ADE-A01F-D98BD7E75827}" dt="2023-09-11T03:31:47.139" v="193"/>
        <pc:sldMkLst>
          <pc:docMk/>
          <pc:sldMk cId="2454841579" sldId="1370"/>
        </pc:sldMkLst>
      </pc:sldChg>
      <pc:sldChg chg="add del">
        <pc:chgData name="THAISINGTAING" userId="a31277fe-ae5d-4f13-bbfe-9b62b612caf2" providerId="ADAL" clId="{BD027425-100B-4ADE-A01F-D98BD7E75827}" dt="2023-09-11T03:35:20.040" v="299"/>
        <pc:sldMkLst>
          <pc:docMk/>
          <pc:sldMk cId="1040989792" sldId="1371"/>
        </pc:sldMkLst>
      </pc:sldChg>
      <pc:sldChg chg="addSp delSp modSp add mod">
        <pc:chgData name="THAISINGTAING" userId="a31277fe-ae5d-4f13-bbfe-9b62b612caf2" providerId="ADAL" clId="{BD027425-100B-4ADE-A01F-D98BD7E75827}" dt="2023-09-11T04:11:07.221" v="2696" actId="113"/>
        <pc:sldMkLst>
          <pc:docMk/>
          <pc:sldMk cId="1608324542" sldId="1371"/>
        </pc:sldMkLst>
        <pc:spChg chg="mod">
          <ac:chgData name="THAISINGTAING" userId="a31277fe-ae5d-4f13-bbfe-9b62b612caf2" providerId="ADAL" clId="{BD027425-100B-4ADE-A01F-D98BD7E75827}" dt="2023-09-11T03:37:23.675" v="363" actId="20577"/>
          <ac:spMkLst>
            <pc:docMk/>
            <pc:sldMk cId="1608324542" sldId="1371"/>
            <ac:spMk id="2" creationId="{E219B80C-EC08-22D5-2D1C-567E1681689C}"/>
          </ac:spMkLst>
        </pc:spChg>
        <pc:spChg chg="del mod">
          <ac:chgData name="THAISINGTAING" userId="a31277fe-ae5d-4f13-bbfe-9b62b612caf2" providerId="ADAL" clId="{BD027425-100B-4ADE-A01F-D98BD7E75827}" dt="2023-09-11T04:03:55.400" v="2069" actId="478"/>
          <ac:spMkLst>
            <pc:docMk/>
            <pc:sldMk cId="1608324542" sldId="1371"/>
            <ac:spMk id="4" creationId="{A4915004-9609-C501-8BA5-BBF01CF36EE7}"/>
          </ac:spMkLst>
        </pc:spChg>
        <pc:spChg chg="del">
          <ac:chgData name="THAISINGTAING" userId="a31277fe-ae5d-4f13-bbfe-9b62b612caf2" providerId="ADAL" clId="{BD027425-100B-4ADE-A01F-D98BD7E75827}" dt="2023-09-11T04:03:56.471" v="2070" actId="478"/>
          <ac:spMkLst>
            <pc:docMk/>
            <pc:sldMk cId="1608324542" sldId="1371"/>
            <ac:spMk id="5" creationId="{D7F78613-0FE9-FE30-3F30-211EB8E27E16}"/>
          </ac:spMkLst>
        </pc:spChg>
        <pc:spChg chg="add del mod">
          <ac:chgData name="THAISINGTAING" userId="a31277fe-ae5d-4f13-bbfe-9b62b612caf2" providerId="ADAL" clId="{BD027425-100B-4ADE-A01F-D98BD7E75827}" dt="2023-09-11T04:03:17.442" v="2064" actId="478"/>
          <ac:spMkLst>
            <pc:docMk/>
            <pc:sldMk cId="1608324542" sldId="1371"/>
            <ac:spMk id="7" creationId="{E624762F-B2C5-5D6E-0DE6-95F66D5950F9}"/>
          </ac:spMkLst>
        </pc:spChg>
        <pc:spChg chg="add del mod">
          <ac:chgData name="THAISINGTAING" userId="a31277fe-ae5d-4f13-bbfe-9b62b612caf2" providerId="ADAL" clId="{BD027425-100B-4ADE-A01F-D98BD7E75827}" dt="2023-09-11T04:05:59.728" v="2238" actId="478"/>
          <ac:spMkLst>
            <pc:docMk/>
            <pc:sldMk cId="1608324542" sldId="1371"/>
            <ac:spMk id="8" creationId="{57F60322-FD25-1DA0-CF2F-2D6D209AD8D9}"/>
          </ac:spMkLst>
        </pc:spChg>
        <pc:spChg chg="add mod">
          <ac:chgData name="THAISINGTAING" userId="a31277fe-ae5d-4f13-bbfe-9b62b612caf2" providerId="ADAL" clId="{BD027425-100B-4ADE-A01F-D98BD7E75827}" dt="2023-09-11T04:03:57.277" v="2071"/>
          <ac:spMkLst>
            <pc:docMk/>
            <pc:sldMk cId="1608324542" sldId="1371"/>
            <ac:spMk id="9" creationId="{0F6A9DDC-D416-6D64-4AFE-ABFD8889BB8E}"/>
          </ac:spMkLst>
        </pc:spChg>
        <pc:spChg chg="add mod">
          <ac:chgData name="THAISINGTAING" userId="a31277fe-ae5d-4f13-bbfe-9b62b612caf2" providerId="ADAL" clId="{BD027425-100B-4ADE-A01F-D98BD7E75827}" dt="2023-09-11T04:09:06.508" v="2695" actId="207"/>
          <ac:spMkLst>
            <pc:docMk/>
            <pc:sldMk cId="1608324542" sldId="1371"/>
            <ac:spMk id="10" creationId="{2691CEAB-4F93-CDDA-4C72-C8FE8477A5E3}"/>
          </ac:spMkLst>
        </pc:spChg>
        <pc:spChg chg="add mod">
          <ac:chgData name="THAISINGTAING" userId="a31277fe-ae5d-4f13-bbfe-9b62b612caf2" providerId="ADAL" clId="{BD027425-100B-4ADE-A01F-D98BD7E75827}" dt="2023-09-11T04:11:07.221" v="2696" actId="113"/>
          <ac:spMkLst>
            <pc:docMk/>
            <pc:sldMk cId="1608324542" sldId="1371"/>
            <ac:spMk id="11" creationId="{DF8BA4C1-F24A-5605-06EB-9A0C41B1C030}"/>
          </ac:spMkLst>
        </pc:spChg>
        <pc:picChg chg="del">
          <ac:chgData name="THAISINGTAING" userId="a31277fe-ae5d-4f13-bbfe-9b62b612caf2" providerId="ADAL" clId="{BD027425-100B-4ADE-A01F-D98BD7E75827}" dt="2023-09-11T03:35:21.378" v="301" actId="478"/>
          <ac:picMkLst>
            <pc:docMk/>
            <pc:sldMk cId="1608324542" sldId="1371"/>
            <ac:picMk id="3" creationId="{F94A8651-8EF0-F82E-26A5-9E9022EADFF2}"/>
          </ac:picMkLst>
        </pc:picChg>
        <pc:picChg chg="add mod">
          <ac:chgData name="THAISINGTAING" userId="a31277fe-ae5d-4f13-bbfe-9b62b612caf2" providerId="ADAL" clId="{BD027425-100B-4ADE-A01F-D98BD7E75827}" dt="2023-09-11T04:03:24.765" v="2067" actId="1076"/>
          <ac:picMkLst>
            <pc:docMk/>
            <pc:sldMk cId="1608324542" sldId="1371"/>
            <ac:picMk id="6" creationId="{34B455AC-EB54-689F-A587-1D7EDD024CB7}"/>
          </ac:picMkLst>
        </pc:picChg>
      </pc:sldChg>
      <pc:sldChg chg="del">
        <pc:chgData name="THAISINGTAING" userId="a31277fe-ae5d-4f13-bbfe-9b62b612caf2" providerId="ADAL" clId="{BD027425-100B-4ADE-A01F-D98BD7E75827}" dt="2023-09-11T03:26:22.117" v="21" actId="47"/>
        <pc:sldMkLst>
          <pc:docMk/>
          <pc:sldMk cId="1792775313" sldId="1371"/>
        </pc:sldMkLst>
      </pc:sldChg>
      <pc:sldChg chg="del">
        <pc:chgData name="THAISINGTAING" userId="a31277fe-ae5d-4f13-bbfe-9b62b612caf2" providerId="ADAL" clId="{BD027425-100B-4ADE-A01F-D98BD7E75827}" dt="2023-09-11T03:31:42.774" v="191" actId="47"/>
        <pc:sldMkLst>
          <pc:docMk/>
          <pc:sldMk cId="922148960" sldId="1372"/>
        </pc:sldMkLst>
      </pc:sldChg>
      <pc:sldChg chg="del">
        <pc:chgData name="THAISINGTAING" userId="a31277fe-ae5d-4f13-bbfe-9b62b612caf2" providerId="ADAL" clId="{BD027425-100B-4ADE-A01F-D98BD7E75827}" dt="2023-09-11T03:26:26.175" v="28" actId="47"/>
        <pc:sldMkLst>
          <pc:docMk/>
          <pc:sldMk cId="117559004" sldId="1373"/>
        </pc:sldMkLst>
      </pc:sldChg>
      <pc:sldChg chg="del">
        <pc:chgData name="THAISINGTAING" userId="a31277fe-ae5d-4f13-bbfe-9b62b612caf2" providerId="ADAL" clId="{BD027425-100B-4ADE-A01F-D98BD7E75827}" dt="2023-09-11T03:26:26.491" v="29" actId="47"/>
        <pc:sldMkLst>
          <pc:docMk/>
          <pc:sldMk cId="3854356933" sldId="1374"/>
        </pc:sldMkLst>
      </pc:sldChg>
      <pc:sldChg chg="del">
        <pc:chgData name="THAISINGTAING" userId="a31277fe-ae5d-4f13-bbfe-9b62b612caf2" providerId="ADAL" clId="{BD027425-100B-4ADE-A01F-D98BD7E75827}" dt="2023-09-11T03:26:27.389" v="30" actId="47"/>
        <pc:sldMkLst>
          <pc:docMk/>
          <pc:sldMk cId="3576279948" sldId="1375"/>
        </pc:sldMkLst>
      </pc:sldChg>
      <pc:sldChg chg="del">
        <pc:chgData name="THAISINGTAING" userId="a31277fe-ae5d-4f13-bbfe-9b62b612caf2" providerId="ADAL" clId="{BD027425-100B-4ADE-A01F-D98BD7E75827}" dt="2023-09-11T03:26:25.867" v="27" actId="47"/>
        <pc:sldMkLst>
          <pc:docMk/>
          <pc:sldMk cId="2105560235" sldId="13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DE3E9-077E-40FA-A465-A132AE3AB907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EF05D-B624-4A68-A180-6A56AAAA7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20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itchFamily="50" charset="-127"/>
              </a:defRPr>
            </a:lvl1pPr>
          </a:lstStyle>
          <a:p>
            <a:fld id="{0B881DD9-353D-4BA1-98B1-81FD3732D5E3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9190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introduction-of-process-synchronization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introduction-of-process-synchronization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introduction-of-process-synchronization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introduction-of-process-synchronization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introduction-of-process-synchronization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Operating</a:t>
            </a:r>
            <a:r>
              <a:rPr lang="en-US" altLang="en-US" sz="1200" b="1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System Concepts – 10 Edition</a:t>
            </a:r>
            <a:endParaRPr lang="en-US" altLang="en-US" sz="1200" b="1" kern="1200" dirty="0" smtClean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>
              <a:lnSpc>
                <a:spcPct val="85000"/>
              </a:lnSpc>
            </a:pPr>
            <a:r>
              <a:rPr lang="en-US" altLang="en-US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Disclaimer</a:t>
            </a:r>
          </a:p>
          <a:p>
            <a:pPr indent="3175">
              <a:lnSpc>
                <a:spcPct val="85000"/>
              </a:lnSpc>
            </a:pPr>
            <a:r>
              <a:rPr lang="en-US" alt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 fully acknowledge the authors of the books for providing slides and other material.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81DD9-353D-4BA1-98B1-81FD3732D5E3}" type="slidenum">
              <a:rPr lang="en-US" altLang="ko-KR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26479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881DD9-353D-4BA1-98B1-81FD3732D5E3}" type="slidenum">
              <a:rPr lang="en-US" altLang="ko-KR" smtClean="0"/>
              <a:pPr/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8981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Mutual Exclusion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is a property of </a:t>
            </a:r>
            <a:r>
              <a:rPr lang="en-US" sz="1200" b="0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process synchronization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that states that "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no two processes can exist in the critical section at any given point of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881DD9-353D-4BA1-98B1-81FD3732D5E3}" type="slidenum">
              <a:rPr lang="en-US" altLang="ko-KR" smtClean="0"/>
              <a:pPr/>
              <a:t>18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9991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Mutual Exclusion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is a property of </a:t>
            </a:r>
            <a:r>
              <a:rPr lang="en-US" sz="1200" b="0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process synchronization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that states that "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no two processes can exist in the critical section at any given point of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881DD9-353D-4BA1-98B1-81FD3732D5E3}" type="slidenum">
              <a:rPr lang="en-US" altLang="ko-KR" smtClean="0"/>
              <a:pPr/>
              <a:t>19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677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Mutual Exclusion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is a property of </a:t>
            </a:r>
            <a:r>
              <a:rPr lang="en-US" sz="1200" b="0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process synchronization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that states that "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no two processes can exist in the critical section at any given point of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881DD9-353D-4BA1-98B1-81FD3732D5E3}" type="slidenum">
              <a:rPr lang="en-US" altLang="ko-KR" smtClean="0"/>
              <a:pPr/>
              <a:t>20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54783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Mutual Exclusion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is a property of </a:t>
            </a:r>
            <a:r>
              <a:rPr lang="en-US" sz="1200" b="0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process synchronization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that states that "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no two processes can exist in the critical section at any given point of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881DD9-353D-4BA1-98B1-81FD3732D5E3}" type="slidenum">
              <a:rPr lang="en-US" altLang="ko-KR" smtClean="0"/>
              <a:pPr/>
              <a:t>21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16475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Mutual Exclusion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is a property of </a:t>
            </a:r>
            <a:r>
              <a:rPr lang="en-US" sz="1200" b="0" i="0" u="sng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process synchronization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that states that "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no two processes can exist in the critical section at any given point of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881DD9-353D-4BA1-98B1-81FD3732D5E3}" type="slidenum">
              <a:rPr lang="en-US" altLang="ko-KR" smtClean="0"/>
              <a:pPr/>
              <a:t>22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1232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659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4460920-8E0F-CD46-B2D1-07CF3BE127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7750" y="6525005"/>
            <a:ext cx="3476877" cy="3369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1B29477-9CFE-9D46-8344-E00E6D722DA5}"/>
              </a:ext>
            </a:extLst>
          </p:cNvPr>
          <p:cNvSpPr txBox="1"/>
          <p:nvPr userDrawn="1"/>
        </p:nvSpPr>
        <p:spPr>
          <a:xfrm>
            <a:off x="7740351" y="6080"/>
            <a:ext cx="1152128" cy="101874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x-non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85CED6F1-A55D-364A-9302-B4E8F031681A}"/>
              </a:ext>
            </a:extLst>
          </p:cNvPr>
          <p:cNvSpPr txBox="1"/>
          <p:nvPr/>
        </p:nvSpPr>
        <p:spPr>
          <a:xfrm>
            <a:off x="-180528" y="4683047"/>
            <a:ext cx="186800" cy="3486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sz="1661"/>
          </a:p>
        </p:txBody>
      </p:sp>
      <p:sp>
        <p:nvSpPr>
          <p:cNvPr id="14" name="슬라이드 번호 개체 틀 1">
            <a:extLst>
              <a:ext uri="{FF2B5EF4-FFF2-40B4-BE49-F238E27FC236}">
                <a16:creationId xmlns:a16="http://schemas.microsoft.com/office/drawing/2014/main" xmlns="" id="{3619C51A-3CD4-AB4D-81CF-D010A44EF225}"/>
              </a:ext>
            </a:extLst>
          </p:cNvPr>
          <p:cNvSpPr txBox="1">
            <a:spLocks/>
          </p:cNvSpPr>
          <p:nvPr/>
        </p:nvSpPr>
        <p:spPr>
          <a:xfrm>
            <a:off x="4211961" y="6529467"/>
            <a:ext cx="3960440" cy="365774"/>
          </a:xfrm>
          <a:prstGeom prst="rect">
            <a:avLst/>
          </a:prstGeom>
        </p:spPr>
        <p:txBody>
          <a:bodyPr vert="horz" lIns="112541" tIns="56271" rIns="112541" bIns="56271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92" b="1" dirty="0" smtClean="0">
                <a:solidFill>
                  <a:srgbClr val="0070C0"/>
                </a:solidFill>
                <a:latin typeface="+mj-lt"/>
                <a:ea typeface="경기천년제목 Bold" panose="02020803020101020101" pitchFamily="18" charset="-127"/>
              </a:rPr>
              <a:t>         Processes</a:t>
            </a:r>
            <a:endParaRPr lang="ko-KR" altLang="en-US" sz="1292" b="1" dirty="0">
              <a:solidFill>
                <a:srgbClr val="0070C0"/>
              </a:solidFill>
              <a:latin typeface="+mj-lt"/>
              <a:ea typeface="경기천년제목 Bold" panose="02020803020101020101" pitchFamily="18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86605" y="1038349"/>
            <a:ext cx="7750366" cy="4089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 마스터 텍스트 스타일을 편집합니다</a:t>
            </a:r>
          </a:p>
          <a:p>
            <a:pPr lvl="1"/>
            <a:r>
              <a:rPr lang="ko-KR" altLang="en-US" dirty="0"/>
              <a:t> 둘째 수준</a:t>
            </a:r>
          </a:p>
          <a:p>
            <a:pPr lvl="2"/>
            <a:r>
              <a:rPr lang="ko-KR" altLang="en-US" dirty="0"/>
              <a:t> 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1026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1043608" y="149428"/>
            <a:ext cx="4998903" cy="47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sp>
        <p:nvSpPr>
          <p:cNvPr id="18" name="슬라이드 번호 개체 틀 1">
            <a:extLst>
              <a:ext uri="{FF2B5EF4-FFF2-40B4-BE49-F238E27FC236}">
                <a16:creationId xmlns:a16="http://schemas.microsoft.com/office/drawing/2014/main" xmlns="" id="{38FC227C-6DA3-814A-8C2D-2D68F02DF45E}"/>
              </a:ext>
            </a:extLst>
          </p:cNvPr>
          <p:cNvSpPr txBox="1">
            <a:spLocks/>
          </p:cNvSpPr>
          <p:nvPr userDrawn="1"/>
        </p:nvSpPr>
        <p:spPr>
          <a:xfrm>
            <a:off x="7236296" y="6530116"/>
            <a:ext cx="1907705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400" b="1" dirty="0" smtClean="0">
                <a:solidFill>
                  <a:srgbClr val="7030A0"/>
                </a:solidFill>
                <a:latin typeface="+mj-lt"/>
              </a:rPr>
              <a:t> 10-</a:t>
            </a:r>
            <a:fld id="{89C70CB3-9FF8-4789-9F14-5B239AA3716F}" type="slidenum">
              <a:rPr lang="ko-KR" altLang="en-US" sz="1400" b="1" smtClean="0">
                <a:solidFill>
                  <a:srgbClr val="7030A0"/>
                </a:solidFill>
                <a:latin typeface="+mj-lt"/>
              </a:rPr>
              <a:pPr algn="r"/>
              <a:t>‹#›</a:t>
            </a:fld>
            <a:endParaRPr lang="ko-KR" altLang="en-US" sz="1400" b="1" dirty="0">
              <a:solidFill>
                <a:srgbClr val="7030A0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4460920-8E0F-CD46-B2D1-07CF3BE127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-2" y="6080"/>
            <a:ext cx="8172401" cy="7858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858" y="38185"/>
            <a:ext cx="845435" cy="8454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q"/>
        <a:defRPr sz="3200" b="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v"/>
        <a:defRPr sz="2800" b="0"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400" b="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2000" b="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zislam@sejong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lar.google.com/citations?hl=en&amp;user=uG3icVgAAAAJ&amp;view_op=list_works&amp;sortby=pubdate" TargetMode="External"/><Relationship Id="rId3" Type="http://schemas.openxmlformats.org/officeDocument/2006/relationships/image" Target="../media/image17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hyperlink" Target="https://en.wikipedia.org/wiki/LaTeX" TargetMode="External"/><Relationship Id="rId4" Type="http://schemas.openxmlformats.org/officeDocument/2006/relationships/hyperlink" Target="https://www.youtube.com/watch?v=U719vQz-WFs&amp;t=1094s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xmlns="" id="{3637ADCC-1FD9-3896-A104-4F421C35B736}"/>
              </a:ext>
            </a:extLst>
          </p:cNvPr>
          <p:cNvSpPr txBox="1">
            <a:spLocks/>
          </p:cNvSpPr>
          <p:nvPr/>
        </p:nvSpPr>
        <p:spPr>
          <a:xfrm>
            <a:off x="179512" y="0"/>
            <a:ext cx="5904656" cy="720080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US" sz="3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341D7321-62D6-4D6D-20ED-DDF1FD2289EA}"/>
              </a:ext>
            </a:extLst>
          </p:cNvPr>
          <p:cNvGrpSpPr/>
          <p:nvPr/>
        </p:nvGrpSpPr>
        <p:grpSpPr>
          <a:xfrm>
            <a:off x="197644" y="3997743"/>
            <a:ext cx="3024336" cy="1357556"/>
            <a:chOff x="229418" y="3491716"/>
            <a:chExt cx="3600400" cy="1357556"/>
          </a:xfrm>
        </p:grpSpPr>
        <p:sp>
          <p:nvSpPr>
            <p:cNvPr id="15" name="TextBox 14"/>
            <p:cNvSpPr txBox="1"/>
            <p:nvPr/>
          </p:nvSpPr>
          <p:spPr>
            <a:xfrm>
              <a:off x="229418" y="3648943"/>
              <a:ext cx="36004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Islam Muhammad Zubair</a:t>
              </a: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  <a:hlinkClick r:id="rId3"/>
                </a:rPr>
                <a:t>mzislam@sejong.ac.kr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Office 459 AI Center</a:t>
              </a:r>
            </a:p>
          </p:txBody>
        </p:sp>
        <p:cxnSp>
          <p:nvCxnSpPr>
            <p:cNvPr id="19" name="Straight Connector 18"/>
            <p:cNvCxnSpPr/>
            <p:nvPr/>
          </p:nvCxnSpPr>
          <p:spPr bwMode="auto">
            <a:xfrm>
              <a:off x="278904" y="3861048"/>
              <a:ext cx="263336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Rectangle 22"/>
            <p:cNvSpPr/>
            <p:nvPr/>
          </p:nvSpPr>
          <p:spPr>
            <a:xfrm>
              <a:off x="1258104" y="3491716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0432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40311FF-2520-8CB8-8C6D-07AFE1BAC2E0}"/>
              </a:ext>
            </a:extLst>
          </p:cNvPr>
          <p:cNvSpPr/>
          <p:nvPr/>
        </p:nvSpPr>
        <p:spPr>
          <a:xfrm>
            <a:off x="197644" y="3429000"/>
            <a:ext cx="2205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2026-Week </a:t>
            </a:r>
            <a:r>
              <a:rPr lang="en-US" dirty="0" smtClean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dirty="0">
              <a:solidFill>
                <a:srgbClr val="0432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C3387D29-CCA9-2969-08CC-05984C92303C}"/>
              </a:ext>
            </a:extLst>
          </p:cNvPr>
          <p:cNvSpPr txBox="1">
            <a:spLocks/>
          </p:cNvSpPr>
          <p:nvPr/>
        </p:nvSpPr>
        <p:spPr>
          <a:xfrm>
            <a:off x="107504" y="2368659"/>
            <a:ext cx="4536504" cy="1085702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32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br>
              <a:rPr lang="en-US" sz="32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</a:t>
            </a:r>
            <a:endParaRPr lang="en-US" sz="32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543" y="980728"/>
            <a:ext cx="5783349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2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176202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ea typeface="+mj-ea"/>
                <a:cs typeface="Arial Black"/>
              </a:rPr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F1AA1E-EF27-B039-072E-A86A743DD441}"/>
              </a:ext>
            </a:extLst>
          </p:cNvPr>
          <p:cNvSpPr txBox="1">
            <a:spLocks/>
          </p:cNvSpPr>
          <p:nvPr/>
        </p:nvSpPr>
        <p:spPr>
          <a:xfrm>
            <a:off x="395536" y="1628800"/>
            <a:ext cx="7992888" cy="3528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Process Synchronization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problems with cooperating process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 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Selection  </a:t>
            </a:r>
          </a:p>
          <a:p>
            <a:pPr lvl="1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97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220611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ea typeface="+mj-ea"/>
                <a:cs typeface="Arial Black"/>
              </a:rPr>
              <a:t>Poll Result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ea typeface="+mj-ea"/>
              <a:cs typeface="Arial Black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92038" y="2257728"/>
            <a:ext cx="4104456" cy="2596526"/>
            <a:chOff x="1245345" y="1124744"/>
            <a:chExt cx="2600688" cy="166710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3768" y="1124744"/>
              <a:ext cx="1362265" cy="166710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5345" y="1439113"/>
              <a:ext cx="1238423" cy="1352739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4572000" y="2132856"/>
            <a:ext cx="4248472" cy="2736304"/>
            <a:chOff x="1442667" y="3933056"/>
            <a:chExt cx="3110060" cy="231687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28591" y="3933056"/>
              <a:ext cx="1224136" cy="2304256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2667" y="4263335"/>
              <a:ext cx="1885924" cy="1986598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5508104" y="1988840"/>
            <a:ext cx="128913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solidFill>
                  <a:srgbClr val="0432FF"/>
                </a:solidFill>
              </a:rPr>
              <a:t>OS-007</a:t>
            </a:r>
            <a:endParaRPr lang="en-US" sz="2500" b="1" dirty="0">
              <a:solidFill>
                <a:srgbClr val="0432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4722" y="2227367"/>
            <a:ext cx="128913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solidFill>
                  <a:srgbClr val="0432FF"/>
                </a:solidFill>
              </a:rPr>
              <a:t>OS-006</a:t>
            </a:r>
            <a:endParaRPr lang="en-US" sz="2500" b="1" dirty="0">
              <a:solidFill>
                <a:srgbClr val="0432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5629" y="948861"/>
            <a:ext cx="39390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>
                <a:solidFill>
                  <a:srgbClr val="0432FF"/>
                </a:solidFill>
              </a:rPr>
              <a:t>Short Agentic AI Project </a:t>
            </a:r>
            <a:endParaRPr lang="en-US" sz="2500" b="1" dirty="0">
              <a:solidFill>
                <a:srgbClr val="0432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8758" y="5589240"/>
            <a:ext cx="586391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smtClean="0"/>
              <a:t>Total marks 10 (</a:t>
            </a:r>
            <a:r>
              <a:rPr lang="en-US" sz="2500" b="1" dirty="0" smtClean="0">
                <a:solidFill>
                  <a:srgbClr val="0432FF"/>
                </a:solidFill>
              </a:rPr>
              <a:t>Two Assignments</a:t>
            </a:r>
            <a:r>
              <a:rPr lang="en-US" sz="2500" b="1" dirty="0" smtClean="0"/>
              <a:t>)/30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297650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439665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ea typeface="+mj-ea"/>
                <a:cs typeface="Arial Black"/>
              </a:rPr>
              <a:t>How to Find a Project 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ea typeface="+mj-ea"/>
              <a:cs typeface="Arial Black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80728"/>
            <a:ext cx="6610437" cy="28717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9277" y="4293096"/>
            <a:ext cx="42484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+mj-lt"/>
              </a:rPr>
              <a:t>You Just Need to do 20% Only</a:t>
            </a:r>
          </a:p>
          <a:p>
            <a:r>
              <a:rPr lang="en-US" sz="2200" dirty="0" smtClean="0">
                <a:latin typeface="+mj-lt"/>
              </a:rPr>
              <a:t>Reaming 80% AI will do for us.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574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192924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ea typeface="+mj-ea"/>
                <a:cs typeface="Arial Black"/>
              </a:rPr>
              <a:t> PROMPT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ea typeface="+mj-ea"/>
              <a:cs typeface="Arial Black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1520" y="1262460"/>
            <a:ext cx="856895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 as a senior AI architect and university project mentor. Suggest 10 beginner-to-intermediate Agentic AI project ideas suitable for a 4-week university Operating Systems course project. Requirements: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solve a real-world problem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be small and practical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not require a large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be possible using 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demonstrate agentic AI behavior (decision-making + actions)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be feasible for one student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title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solved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 stack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 difficulty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4-week implementation plan Focus on projects that are impressive but realistic for students.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82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241944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ea typeface="+mj-ea"/>
                <a:cs typeface="Arial Black"/>
              </a:rPr>
              <a:t>Suggestion 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ea typeface="+mj-ea"/>
              <a:cs typeface="Arial Black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3816424" cy="25030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3" y="3525548"/>
            <a:ext cx="3528392" cy="2538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251520" y="5085184"/>
            <a:ext cx="4176464" cy="50405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75856" y="3780418"/>
            <a:ext cx="57606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rPr>
              <a:t>The project topic is completely open-ended</a:t>
            </a:r>
            <a:r>
              <a:rPr lang="en-US" sz="22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rPr>
              <a:t>Both </a:t>
            </a:r>
            <a:r>
              <a:rPr lang="en-US" sz="2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rPr>
              <a:t>OS-related and non-OS Agentic AI projects are acceptable.</a:t>
            </a:r>
          </a:p>
        </p:txBody>
      </p:sp>
    </p:spTree>
    <p:extLst>
      <p:ext uri="{BB962C8B-B14F-4D97-AF65-F5344CB8AC3E}">
        <p14:creationId xmlns:p14="http://schemas.microsoft.com/office/powerpoint/2010/main" val="277071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241944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ea typeface="+mj-ea"/>
                <a:cs typeface="Arial Black"/>
              </a:rPr>
              <a:t>Suggestion 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ea typeface="+mj-ea"/>
              <a:cs typeface="Arial Blac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1520" y="1772816"/>
            <a:ext cx="84249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+mj-lt"/>
              </a:rPr>
              <a:t>The project domain is flexible and completely open to innovation</a:t>
            </a:r>
            <a:r>
              <a:rPr lang="en-US" sz="2400" dirty="0" smtClean="0">
                <a:latin typeface="+mj-lt"/>
              </a:rPr>
              <a:t>.</a:t>
            </a:r>
          </a:p>
          <a:p>
            <a:pPr algn="just"/>
            <a:r>
              <a:rPr lang="en-US" sz="2400" dirty="0">
                <a:latin typeface="+mj-lt"/>
              </a:rPr>
              <a:t/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Projects outside the Operating Systems domain are also acceptable, provided they are practical, well-defined, and feasible to complete within 4 weeks</a:t>
            </a:r>
            <a:r>
              <a:rPr lang="en-US" sz="2400" dirty="0" smtClean="0">
                <a:latin typeface="+mj-lt"/>
              </a:rPr>
              <a:t>.</a:t>
            </a:r>
          </a:p>
          <a:p>
            <a:pPr algn="just"/>
            <a:endParaRPr lang="en-US" sz="2400" dirty="0">
              <a:latin typeface="+mj-lt"/>
            </a:endParaRPr>
          </a:p>
          <a:p>
            <a:pPr algn="just"/>
            <a:r>
              <a:rPr lang="en-US" sz="2400" dirty="0" smtClean="0">
                <a:latin typeface="+mj-lt"/>
              </a:rPr>
              <a:t>Timeline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Week 10-2 to 14-2= 4 Weeks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</a:rPr>
              <a:t>After 2 Week Progress Meeting and update millstone 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938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5058796"/>
            <a:ext cx="3172396" cy="70497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116632"/>
            <a:ext cx="6148927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Recap: </a:t>
            </a:r>
            <a:r>
              <a:rPr lang="en-US" alt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Round </a:t>
            </a:r>
            <a:r>
              <a:rPr lang="en-US" altLang="en-US" sz="2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Robin (RR</a:t>
            </a:r>
            <a:r>
              <a:rPr lang="en-US" altLang="en-US" sz="23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) Quantum=3</a:t>
            </a:r>
            <a:endParaRPr lang="en-US" altLang="en-US" sz="2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cs typeface="Arial Black"/>
            </a:endParaRPr>
          </a:p>
          <a:p>
            <a:endParaRPr lang="en-US" altLang="en-US" sz="2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cs typeface="Arial Black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9552" y="3356992"/>
            <a:ext cx="813690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For quantum q and n processes ready,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Fair</a:t>
            </a:r>
            <a:r>
              <a:rPr lang="en-US" b="1" dirty="0"/>
              <a:t>: </a:t>
            </a:r>
            <a:r>
              <a:rPr lang="en-US" dirty="0"/>
              <a:t>each process gets 1/n CPU time in chunks of at most q time </a:t>
            </a:r>
            <a:r>
              <a:rPr lang="en-US" dirty="0" smtClean="0"/>
              <a:t>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432FF"/>
                </a:solidFill>
              </a:rPr>
              <a:t>Process P =5: each </a:t>
            </a:r>
            <a:r>
              <a:rPr lang="en-US" dirty="0">
                <a:solidFill>
                  <a:srgbClr val="0432FF"/>
                </a:solidFill>
              </a:rPr>
              <a:t>process gets 1/5 share (~20</a:t>
            </a:r>
            <a:r>
              <a:rPr lang="en-US" dirty="0" smtClean="0">
                <a:solidFill>
                  <a:srgbClr val="0432FF"/>
                </a:solidFill>
              </a:rPr>
              <a:t>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432FF"/>
                </a:solidFill>
              </a:rPr>
              <a:t>Each execution slice is </a:t>
            </a:r>
            <a:r>
              <a:rPr lang="en-US" b="1" dirty="0">
                <a:solidFill>
                  <a:srgbClr val="0432FF"/>
                </a:solidFill>
              </a:rPr>
              <a:t>≤ 3 time units</a:t>
            </a:r>
            <a:endParaRPr lang="en-US" dirty="0">
              <a:solidFill>
                <a:srgbClr val="0432FF"/>
              </a:solidFill>
            </a:endParaRP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Live</a:t>
            </a:r>
            <a:r>
              <a:rPr lang="en-US" b="1" dirty="0"/>
              <a:t>: </a:t>
            </a:r>
            <a:r>
              <a:rPr lang="en-US" dirty="0"/>
              <a:t>no process ever waits more than (n-1)q time </a:t>
            </a:r>
            <a:r>
              <a:rPr lang="en-US" dirty="0" smtClean="0"/>
              <a:t>units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/>
              <a:t> 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Maximum </a:t>
            </a:r>
            <a:r>
              <a:rPr lang="en-US" dirty="0"/>
              <a:t>observed wait = 9 [</a:t>
            </a:r>
            <a:r>
              <a:rPr lang="en-US" dirty="0">
                <a:solidFill>
                  <a:srgbClr val="0432FF"/>
                </a:solidFill>
              </a:rPr>
              <a:t>satisfied (since 9 ≤ 12)]</a:t>
            </a:r>
            <a:endParaRPr lang="en-US" dirty="0" smtClean="0">
              <a:solidFill>
                <a:srgbClr val="0432FF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799455"/>
              </p:ext>
            </p:extLst>
          </p:nvPr>
        </p:nvGraphicFramePr>
        <p:xfrm>
          <a:off x="3851920" y="884679"/>
          <a:ext cx="4344144" cy="2267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592"/>
                <a:gridCol w="620592"/>
                <a:gridCol w="620592"/>
                <a:gridCol w="620592"/>
                <a:gridCol w="620592"/>
                <a:gridCol w="620592"/>
                <a:gridCol w="620592"/>
              </a:tblGrid>
              <a:tr h="2630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RT</a:t>
                      </a:r>
                      <a:endParaRPr lang="en-US" dirty="0"/>
                    </a:p>
                  </a:txBody>
                  <a:tcPr/>
                </a:tc>
              </a:tr>
              <a:tr h="263001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P1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263001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P2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43892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P3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263001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P4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263001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P5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5589240"/>
            <a:ext cx="2685708" cy="43204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 bwMode="auto">
          <a:xfrm>
            <a:off x="7380312" y="764704"/>
            <a:ext cx="1080120" cy="288032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93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63277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Recap: </a:t>
            </a:r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ea typeface="+mj-ea"/>
                <a:cs typeface="Arial Black"/>
              </a:rPr>
              <a:t>Process </a:t>
            </a:r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ea typeface="+mj-ea"/>
                <a:cs typeface="Arial Black"/>
              </a:rPr>
              <a:t>Synchronization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ea typeface="+mj-ea"/>
              <a:cs typeface="Arial Blac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3528" y="1340768"/>
            <a:ext cx="79208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Process Synchronization is a mechanism in operating systems used to manage the execution of multiple processes that access shared resources. </a:t>
            </a:r>
            <a:endParaRPr lang="en-US" sz="2200" dirty="0" smtClean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 smtClean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+mj-lt"/>
              </a:rPr>
              <a:t>Its </a:t>
            </a:r>
            <a:r>
              <a:rPr lang="en-US" sz="2200" dirty="0">
                <a:latin typeface="+mj-lt"/>
              </a:rPr>
              <a:t>main purpose is to ensure data consistency, prevent race conditions and avoid deadlocks in a multi-process environment</a:t>
            </a:r>
            <a:r>
              <a:rPr lang="en-US" sz="2200" dirty="0" smtClean="0">
                <a:latin typeface="+mj-lt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 smtClean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On the basis of synchronization, processes are categorized </a:t>
            </a:r>
            <a:endParaRPr lang="en-US" sz="2200" dirty="0" smtClean="0">
              <a:latin typeface="+mj-lt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Independent </a:t>
            </a:r>
            <a:r>
              <a:rPr lang="en-US" sz="2200" dirty="0" smtClean="0">
                <a:latin typeface="+mj-lt"/>
              </a:rPr>
              <a:t>Process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Cooperative Process</a:t>
            </a:r>
          </a:p>
        </p:txBody>
      </p:sp>
    </p:spTree>
    <p:extLst>
      <p:ext uri="{BB962C8B-B14F-4D97-AF65-F5344CB8AC3E}">
        <p14:creationId xmlns:p14="http://schemas.microsoft.com/office/powerpoint/2010/main" val="271638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70705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Recap: </a:t>
            </a:r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Producer-Consumer </a:t>
            </a:r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F1AA1E-EF27-B039-072E-A86A743DD441}"/>
              </a:ext>
            </a:extLst>
          </p:cNvPr>
          <p:cNvSpPr txBox="1">
            <a:spLocks/>
          </p:cNvSpPr>
          <p:nvPr/>
        </p:nvSpPr>
        <p:spPr>
          <a:xfrm>
            <a:off x="251520" y="967320"/>
            <a:ext cx="7992888" cy="3528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Producer side (Count will be incremented)</a:t>
            </a:r>
          </a:p>
          <a:p>
            <a:pPr lvl="1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Before placing product into buffer producer have to check buffer is not FULL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side (Count </a:t>
            </a:r>
            <a:r>
              <a:rPr lang="en-US" sz="2200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be </a:t>
            </a:r>
            <a:r>
              <a:rPr lang="en-US" sz="2200" b="1" dirty="0" smtClean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decremented)</a:t>
            </a:r>
          </a:p>
          <a:p>
            <a:pPr lvl="1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efore consuming product from buffer consumer have to check buffer is not empty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735842" y="4502812"/>
            <a:ext cx="1512168" cy="742518"/>
          </a:xfrm>
          <a:prstGeom prst="rect">
            <a:avLst/>
          </a:prstGeom>
          <a:noFill/>
          <a:ln w="95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432FF"/>
                </a:solidFill>
                <a:effectLst/>
                <a:latin typeface="Arial" charset="0"/>
              </a:rPr>
              <a:t> Buffer </a:t>
            </a:r>
            <a:b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432FF"/>
                </a:solidFill>
                <a:effectLst/>
                <a:latin typeface="Arial" charset="0"/>
              </a:rPr>
            </a:b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432FF"/>
                </a:solidFill>
                <a:effectLst/>
                <a:latin typeface="Arial" charset="0"/>
              </a:rPr>
              <a:t>Memory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137" y="3984553"/>
            <a:ext cx="2655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Count (Shared Variable)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3094" y="4049579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Products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69053" y="4042189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Consumer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483768" y="3615221"/>
            <a:ext cx="3803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432FF"/>
                </a:solidFill>
              </a:rPr>
              <a:t>Count= No of Products in the buffer</a:t>
            </a:r>
            <a:endParaRPr lang="en-US" dirty="0">
              <a:solidFill>
                <a:srgbClr val="0432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21547" y="5373216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Count=0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5576" y="4506666"/>
            <a:ext cx="26170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Count </a:t>
            </a:r>
            <a:r>
              <a:rPr lang="en-US" dirty="0" smtClean="0"/>
              <a:t>!= </a:t>
            </a:r>
            <a:r>
              <a:rPr lang="en-US" dirty="0" err="1" smtClean="0">
                <a:solidFill>
                  <a:srgbClr val="C00000"/>
                </a:solidFill>
              </a:rPr>
              <a:t>Buffersize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 Buffer = Product</a:t>
            </a:r>
          </a:p>
          <a:p>
            <a:r>
              <a:rPr lang="en-US" dirty="0" smtClean="0"/>
              <a:t>(place product in buffer)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Count= count + 1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2640" y="4333029"/>
            <a:ext cx="32839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Count </a:t>
            </a:r>
            <a:r>
              <a:rPr lang="en-US" dirty="0" smtClean="0"/>
              <a:t>!= </a:t>
            </a:r>
            <a:r>
              <a:rPr lang="en-US" dirty="0" smtClean="0">
                <a:solidFill>
                  <a:srgbClr val="C00000"/>
                </a:solidFill>
              </a:rPr>
              <a:t>0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 Consumed = Product</a:t>
            </a:r>
          </a:p>
          <a:p>
            <a:r>
              <a:rPr lang="en-US" dirty="0" smtClean="0"/>
              <a:t>(consume product from buffer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Count= count - 1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64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4539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Recap: </a:t>
            </a:r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Race </a:t>
            </a:r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Condition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060848"/>
            <a:ext cx="8480002" cy="1872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99792" y="1263193"/>
            <a:ext cx="3046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Count (Shared Variable) = 5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51520" y="3284984"/>
            <a:ext cx="8856984" cy="64807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79712" y="4725144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Race Condition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 flipV="1">
            <a:off x="683568" y="3933056"/>
            <a:ext cx="1728192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1537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480689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Critical Section Problem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cs typeface="Arial Black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27584" y="5229200"/>
            <a:ext cx="6297844" cy="1120770"/>
            <a:chOff x="1047675" y="2276872"/>
            <a:chExt cx="6297844" cy="1120770"/>
          </a:xfrm>
        </p:grpSpPr>
        <p:sp>
          <p:nvSpPr>
            <p:cNvPr id="4" name="Rectangle 3"/>
            <p:cNvSpPr/>
            <p:nvPr/>
          </p:nvSpPr>
          <p:spPr bwMode="auto">
            <a:xfrm>
              <a:off x="3474237" y="2276872"/>
              <a:ext cx="1512168" cy="742518"/>
            </a:xfrm>
            <a:prstGeom prst="rect">
              <a:avLst/>
            </a:prstGeom>
            <a:noFill/>
            <a:ln w="9525" cap="flat" cmpd="sng" algn="ctr">
              <a:solidFill>
                <a:srgbClr val="0432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 smtClean="0">
                  <a:ln>
                    <a:noFill/>
                  </a:ln>
                  <a:solidFill>
                    <a:srgbClr val="0432FF"/>
                  </a:solidFill>
                  <a:effectLst/>
                  <a:latin typeface="Arial" charset="0"/>
                </a:rPr>
                <a:t> Buffer </a:t>
              </a:r>
              <a:br>
                <a:rPr kumimoji="0" lang="en-US" sz="1800" b="1" i="0" u="none" strike="noStrike" cap="none" normalizeH="0" baseline="0" dirty="0" smtClean="0">
                  <a:ln>
                    <a:noFill/>
                  </a:ln>
                  <a:solidFill>
                    <a:srgbClr val="0432FF"/>
                  </a:solidFill>
                  <a:effectLst/>
                  <a:latin typeface="Arial" charset="0"/>
                </a:rPr>
              </a:br>
              <a:r>
                <a:rPr kumimoji="0" lang="en-US" sz="1800" b="1" i="0" u="none" strike="noStrike" cap="none" normalizeH="0" baseline="0" dirty="0" smtClean="0">
                  <a:ln>
                    <a:noFill/>
                  </a:ln>
                  <a:solidFill>
                    <a:srgbClr val="0432FF"/>
                  </a:solidFill>
                  <a:effectLst/>
                  <a:latin typeface="Arial" charset="0"/>
                </a:rPr>
                <a:t>Memory 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1602029" y="2492896"/>
              <a:ext cx="180019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>
              <a:off x="1602028" y="2852936"/>
              <a:ext cx="180019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Box 7"/>
            <p:cNvSpPr txBox="1"/>
            <p:nvPr/>
          </p:nvSpPr>
          <p:spPr>
            <a:xfrm>
              <a:off x="1135235" y="2276872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P1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35235" y="2641558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P2</a:t>
              </a:r>
              <a:endParaRPr lang="en-US" dirty="0"/>
            </a:p>
          </p:txBody>
        </p:sp>
        <p:cxnSp>
          <p:nvCxnSpPr>
            <p:cNvPr id="10" name="Straight Arrow Connector 9"/>
            <p:cNvCxnSpPr/>
            <p:nvPr/>
          </p:nvCxnSpPr>
          <p:spPr bwMode="auto">
            <a:xfrm>
              <a:off x="4986405" y="2492896"/>
              <a:ext cx="180019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TextBox 10"/>
            <p:cNvSpPr txBox="1"/>
            <p:nvPr/>
          </p:nvSpPr>
          <p:spPr>
            <a:xfrm>
              <a:off x="6878725" y="2276872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P1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47675" y="3028310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wait</a:t>
              </a:r>
              <a:endParaRPr lang="en-US" dirty="0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179512" y="984502"/>
            <a:ext cx="8379498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73239"/>
                </a:solidFill>
                <a:latin typeface="+mj-lt"/>
              </a:rPr>
              <a:t>To avoid problems such as race conditions and data inconsistency, only one process/thread should execute the critical section at a time using synchronization techniques. </a:t>
            </a:r>
            <a:endParaRPr lang="en-US" sz="2200" dirty="0" smtClean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+mj-lt"/>
              </a:rPr>
              <a:t>we </a:t>
            </a:r>
            <a:r>
              <a:rPr lang="en-US" sz="2200" dirty="0">
                <a:latin typeface="+mj-lt"/>
              </a:rPr>
              <a:t>need to make </a:t>
            </a:r>
            <a:r>
              <a:rPr lang="en-US" sz="2200" dirty="0" smtClean="0">
                <a:latin typeface="+mj-lt"/>
              </a:rPr>
              <a:t>threads coordinate </a:t>
            </a:r>
            <a:r>
              <a:rPr lang="en-US" sz="2200" dirty="0">
                <a:latin typeface="+mj-lt"/>
              </a:rPr>
              <a:t>with each other to ensure </a:t>
            </a:r>
            <a:r>
              <a:rPr lang="en-US" sz="2200" dirty="0" smtClean="0">
                <a:latin typeface="+mj-lt"/>
              </a:rPr>
              <a:t>mutual exclusion </a:t>
            </a:r>
            <a:r>
              <a:rPr lang="en-US" sz="2200" dirty="0">
                <a:latin typeface="+mj-lt"/>
              </a:rPr>
              <a:t>in accessing critical sections </a:t>
            </a:r>
            <a:r>
              <a:rPr lang="en-US" sz="2200" dirty="0" smtClean="0">
                <a:latin typeface="+mj-lt"/>
              </a:rPr>
              <a:t>of 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432FF"/>
                </a:solidFill>
                <a:latin typeface="+mj-lt"/>
              </a:rPr>
              <a:t>Each process has a segment of code, called a critical section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432FF"/>
                </a:solidFill>
                <a:latin typeface="+mj-lt"/>
              </a:rPr>
              <a:t>Common variables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432FF"/>
                </a:solidFill>
                <a:latin typeface="+mj-lt"/>
              </a:rPr>
              <a:t>Updating a table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432FF"/>
                </a:solidFill>
                <a:latin typeface="+mj-lt"/>
              </a:rPr>
              <a:t>Writing a file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C00000"/>
                </a:solidFill>
                <a:latin typeface="+mj-lt"/>
              </a:rPr>
              <a:t>When one process running in its critical section, no other process is allowed top execute critical section </a:t>
            </a:r>
            <a:endParaRPr lang="en-US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827584" y="5157192"/>
            <a:ext cx="554353" cy="504056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47864" y="6458850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Critical section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47864" y="6089518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Code Segment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5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481548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Process Code Segment: 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cs typeface="Arial Black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710100"/>
            <a:ext cx="3626743" cy="35296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05283" y="1340768"/>
            <a:ext cx="2024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Code Segment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7504" y="1052736"/>
            <a:ext cx="522007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1. Entry </a:t>
            </a:r>
            <a:r>
              <a:rPr lang="en-US" b="1" dirty="0" smtClean="0"/>
              <a:t>Section</a:t>
            </a:r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process requests permission to enter the critical section.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Synchronization tools (e.g., </a:t>
            </a:r>
            <a:r>
              <a:rPr lang="en-US" dirty="0" err="1"/>
              <a:t>mutex</a:t>
            </a:r>
            <a:r>
              <a:rPr lang="en-US" dirty="0"/>
              <a:t>, semaphore) are used to control access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b="1" dirty="0"/>
              <a:t>2. Critical Section: </a:t>
            </a:r>
            <a:endParaRPr lang="en-US" b="1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actual code where shared resources are accessed or modified.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3. Exit Section: </a:t>
            </a:r>
            <a:endParaRPr lang="en-US" b="1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process releases the lock or semaphore, allowing other processes to enter the critical section.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4. Remainder Section: </a:t>
            </a:r>
            <a:endParaRPr lang="en-US" b="1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rest of the program that does not involve shared resource access.</a:t>
            </a:r>
          </a:p>
        </p:txBody>
      </p:sp>
    </p:spTree>
    <p:extLst>
      <p:ext uri="{BB962C8B-B14F-4D97-AF65-F5344CB8AC3E}">
        <p14:creationId xmlns:p14="http://schemas.microsoft.com/office/powerpoint/2010/main" val="423850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312777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F1AA1E-EF27-B039-072E-A86A743DD441}"/>
              </a:ext>
            </a:extLst>
          </p:cNvPr>
          <p:cNvSpPr txBox="1">
            <a:spLocks/>
          </p:cNvSpPr>
          <p:nvPr/>
        </p:nvSpPr>
        <p:spPr>
          <a:xfrm>
            <a:off x="395536" y="1052736"/>
            <a:ext cx="7992888" cy="3528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spcAft>
                <a:spcPts val="0"/>
              </a:spcAft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 Critical Section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</a:p>
          <a:p>
            <a:pPr lvl="1" algn="just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a time only one process is being executed in critical section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b="1" dirty="0" smtClean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</a:p>
          <a:p>
            <a:pPr lvl="1" algn="just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no process is in the critical section, and some processes want to enter, the choice of who enters next should not be postponed indefinitely.</a:t>
            </a:r>
          </a:p>
          <a:p>
            <a:pPr lvl="1" algn="just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the system continues to make progress rather than getting stuck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Bounded </a:t>
            </a:r>
            <a:r>
              <a:rPr lang="en-US" sz="2200" b="1" dirty="0" smtClean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</a:t>
            </a:r>
          </a:p>
          <a:p>
            <a:pPr lvl="1" algn="just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must be a limit on how long a process waits before it gets a chance to enter the critical section.</a:t>
            </a:r>
          </a:p>
          <a:p>
            <a:pPr lvl="1" algn="just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starvation, where one process is repeatedly bypassed while others get to execute.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4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312777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Critical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67744" y="213285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000" i="1" dirty="0" err="1">
                <a:solidFill>
                  <a:srgbClr val="0432FF"/>
                </a:solidFill>
              </a:rPr>
              <a:t>acquireLock</a:t>
            </a:r>
            <a:r>
              <a:rPr lang="en-US" sz="3000" i="1" dirty="0">
                <a:solidFill>
                  <a:srgbClr val="0432FF"/>
                </a:solidFill>
              </a:rPr>
              <a:t>();</a:t>
            </a:r>
          </a:p>
          <a:p>
            <a:r>
              <a:rPr lang="en-US" sz="3000" i="1" dirty="0"/>
              <a:t>Process Critical Section</a:t>
            </a:r>
          </a:p>
          <a:p>
            <a:r>
              <a:rPr lang="en-US" sz="3000" i="1" dirty="0" err="1">
                <a:solidFill>
                  <a:srgbClr val="0432FF"/>
                </a:solidFill>
              </a:rPr>
              <a:t>releaseLock</a:t>
            </a:r>
            <a:r>
              <a:rPr lang="en-US" sz="3000" i="1" dirty="0">
                <a:solidFill>
                  <a:srgbClr val="0432FF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83631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232884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Semaphore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cs typeface="Arial Black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3528" y="1052736"/>
            <a:ext cx="849694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A semaphore is a synchronization tool used in operating systems to manage access to shared resources in a multi-process or multi-threaded environment. </a:t>
            </a:r>
            <a:endParaRPr lang="en-US" sz="2200" dirty="0" smtClean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+mj-lt"/>
              </a:rPr>
              <a:t>It </a:t>
            </a:r>
            <a:r>
              <a:rPr lang="en-US" sz="2200" dirty="0">
                <a:latin typeface="+mj-lt"/>
              </a:rPr>
              <a:t>is an integer variable that controls process execution using atomic operations like wait() and signal(). Semaphores help prevent race conditions and ensure proper coordination between processes.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536" y="3356992"/>
            <a:ext cx="691276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Controls entry into the critical 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Maintains a counter representing available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Ensures mutual exclusion among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Can block and wake up processes during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Widely used in concurrent programming.</a:t>
            </a:r>
          </a:p>
        </p:txBody>
      </p:sp>
    </p:spTree>
    <p:extLst>
      <p:ext uri="{BB962C8B-B14F-4D97-AF65-F5344CB8AC3E}">
        <p14:creationId xmlns:p14="http://schemas.microsoft.com/office/powerpoint/2010/main" val="368402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232884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Semaphore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4824"/>
            <a:ext cx="6912768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51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6632"/>
            <a:ext cx="134908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Mutex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cs typeface="Arial Blac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9512" y="980728"/>
            <a:ext cx="828092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A </a:t>
            </a:r>
            <a:r>
              <a:rPr lang="en-US" sz="2200" dirty="0" err="1">
                <a:latin typeface="+mj-lt"/>
              </a:rPr>
              <a:t>mutex</a:t>
            </a:r>
            <a:r>
              <a:rPr lang="en-US" sz="2200" dirty="0">
                <a:latin typeface="+mj-lt"/>
              </a:rPr>
              <a:t> is different from a binary semaphore, which provides a locking mechanism. It stands for </a:t>
            </a:r>
            <a:r>
              <a:rPr lang="en-US" sz="2200" dirty="0">
                <a:solidFill>
                  <a:srgbClr val="0432FF"/>
                </a:solidFill>
                <a:latin typeface="+mj-lt"/>
              </a:rPr>
              <a:t>Mutual Exclusion </a:t>
            </a:r>
            <a:r>
              <a:rPr lang="en-US" sz="2200" dirty="0">
                <a:latin typeface="+mj-lt"/>
              </a:rPr>
              <a:t>Object. </a:t>
            </a:r>
            <a:endParaRPr lang="en-US" sz="2200" dirty="0" smtClean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 err="1" smtClean="0">
                <a:latin typeface="+mj-lt"/>
              </a:rPr>
              <a:t>Mutex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is mainly used to provide mutual exclusion to a specific portion of the code so that the process can execute and work with a particular section of the code at a particular time. </a:t>
            </a:r>
          </a:p>
        </p:txBody>
      </p:sp>
      <p:pic>
        <p:nvPicPr>
          <p:cNvPr id="3074" name="Picture 2" descr="Mute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59" y="3140968"/>
            <a:ext cx="6048672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660232" y="3122097"/>
            <a:ext cx="22677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Mutual Exclusion:</a:t>
            </a:r>
          </a:p>
          <a:p>
            <a:pPr algn="just"/>
            <a:r>
              <a:rPr lang="en-US" dirty="0" smtClean="0"/>
              <a:t>no </a:t>
            </a:r>
            <a:r>
              <a:rPr lang="en-US" dirty="0"/>
              <a:t>two processes can exist in the critical section at any given point of time</a:t>
            </a:r>
          </a:p>
        </p:txBody>
      </p:sp>
    </p:spTree>
    <p:extLst>
      <p:ext uri="{BB962C8B-B14F-4D97-AF65-F5344CB8AC3E}">
        <p14:creationId xmlns:p14="http://schemas.microsoft.com/office/powerpoint/2010/main" val="30335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16632"/>
            <a:ext cx="70261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Process synchronization </a:t>
            </a:r>
            <a:r>
              <a:rPr lang="en-US" altLang="en-US" sz="2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techniques</a:t>
            </a:r>
            <a:endParaRPr lang="en-US" altLang="en-US" sz="2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/>
              <a:cs typeface="Arial Black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1124744"/>
            <a:ext cx="770485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73239"/>
                </a:solidFill>
                <a:latin typeface="+mj-lt"/>
              </a:rPr>
              <a:t>In a multiprogramming environment, multiple processes often compete for shared resources like memory, CPU, or files. </a:t>
            </a:r>
            <a:endParaRPr lang="en-US" sz="2200" dirty="0" smtClean="0">
              <a:solidFill>
                <a:srgbClr val="273239"/>
              </a:solidFill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273239"/>
                </a:solidFill>
                <a:latin typeface="+mj-lt"/>
              </a:rPr>
              <a:t>If </a:t>
            </a:r>
            <a:r>
              <a:rPr lang="en-US" sz="2200" dirty="0">
                <a:solidFill>
                  <a:srgbClr val="273239"/>
                </a:solidFill>
                <a:latin typeface="+mj-lt"/>
              </a:rPr>
              <a:t>not managed properly, this leads to race conditions where the final output depends on the order of execution. </a:t>
            </a:r>
            <a:endParaRPr lang="en-US" sz="2200" dirty="0" smtClean="0">
              <a:solidFill>
                <a:srgbClr val="273239"/>
              </a:solidFill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+mj-lt"/>
              </a:rPr>
              <a:t>Process </a:t>
            </a:r>
            <a:r>
              <a:rPr lang="en-US" sz="2200" dirty="0">
                <a:latin typeface="+mj-lt"/>
              </a:rPr>
              <a:t>synchronization techniques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068960"/>
            <a:ext cx="6264696" cy="313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8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16632"/>
            <a:ext cx="70261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Process synchronization techniques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3528" y="1700808"/>
            <a:ext cx="770485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73239"/>
                </a:solidFill>
                <a:latin typeface="+mj-lt"/>
              </a:rPr>
              <a:t>This method allows a process to disable all hardware interrupts before entering its critical section.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73239"/>
                </a:solidFill>
                <a:latin typeface="+mj-lt"/>
              </a:rPr>
              <a:t>Since no interrupts can occur, the running process cannot be preempted. It executes its critical section without interference.</a:t>
            </a:r>
            <a:endParaRPr lang="en-US" sz="2200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1520" y="1268760"/>
            <a:ext cx="243047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0432FF"/>
                </a:solidFill>
              </a:rPr>
              <a:t>Interrupt Disable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3528" y="3356992"/>
            <a:ext cx="8451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0432FF"/>
                </a:solidFill>
              </a:rPr>
              <a:t>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544" y="3861048"/>
            <a:ext cx="770485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73239"/>
                </a:solidFill>
                <a:latin typeface="+mj-lt"/>
              </a:rPr>
              <a:t>Locks ensure that only one process at a time can enter the critical section. A process must “acquire” the lock before entering, and “release” it after exiting. If another process tries to enter while the lock is held, it must wait</a:t>
            </a:r>
            <a:r>
              <a:rPr lang="en-US" sz="2200" dirty="0" smtClean="0">
                <a:solidFill>
                  <a:srgbClr val="273239"/>
                </a:solidFill>
                <a:latin typeface="+mj-lt"/>
              </a:rPr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030A0"/>
                </a:solidFill>
                <a:latin typeface="+mj-lt"/>
              </a:rPr>
              <a:t>Software-Based </a:t>
            </a:r>
            <a:r>
              <a:rPr lang="en-US" sz="2200" dirty="0" smtClean="0">
                <a:solidFill>
                  <a:srgbClr val="7030A0"/>
                </a:solidFill>
                <a:latin typeface="+mj-lt"/>
              </a:rPr>
              <a:t>Locks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7030A0"/>
                </a:solidFill>
                <a:latin typeface="+mj-lt"/>
              </a:rPr>
              <a:t>Hardware-Based Locks</a:t>
            </a:r>
          </a:p>
        </p:txBody>
      </p:sp>
    </p:spTree>
    <p:extLst>
      <p:ext uri="{BB962C8B-B14F-4D97-AF65-F5344CB8AC3E}">
        <p14:creationId xmlns:p14="http://schemas.microsoft.com/office/powerpoint/2010/main" val="193049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16632"/>
            <a:ext cx="70261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Process synchronization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520" y="860768"/>
            <a:ext cx="8451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0432FF"/>
                </a:solidFill>
              </a:rPr>
              <a:t>Lock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36204" y="1268760"/>
            <a:ext cx="84402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dirty="0" smtClean="0">
                <a:solidFill>
                  <a:srgbClr val="7030A0"/>
                </a:solidFill>
                <a:latin typeface="+mj-lt"/>
              </a:rPr>
              <a:t>Software-Based Locks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Software-based locks are implemented using algorithms that rely on shared variables (like flags, turn variables, or ticket numbers) to coordinate access to the critical section.</a:t>
            </a:r>
            <a:endParaRPr lang="en-US" sz="2200" dirty="0" smtClean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9512" y="4437112"/>
            <a:ext cx="855759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rgbClr val="7030A0"/>
                </a:solidFill>
                <a:latin typeface="+mj-lt"/>
              </a:rPr>
              <a:t>Hardware-Based </a:t>
            </a:r>
            <a:r>
              <a:rPr lang="en-US" sz="2200" b="1" dirty="0">
                <a:solidFill>
                  <a:srgbClr val="7030A0"/>
                </a:solidFill>
                <a:latin typeface="+mj-lt"/>
              </a:rPr>
              <a:t>Locks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Modern CPUs provide special atomic instructions that make lock implementation easier and faster. These are much simpler than software algorithms like Peterson’s or Bakery. </a:t>
            </a:r>
          </a:p>
        </p:txBody>
      </p:sp>
      <p:sp>
        <p:nvSpPr>
          <p:cNvPr id="7" name="Rectangle 6"/>
          <p:cNvSpPr/>
          <p:nvPr/>
        </p:nvSpPr>
        <p:spPr>
          <a:xfrm>
            <a:off x="611560" y="2780928"/>
            <a:ext cx="81255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3239"/>
                </a:solidFill>
                <a:latin typeface="Nunito"/>
              </a:rPr>
              <a:t>Peterson’s Algorithm: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 works well for exactly two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3239"/>
                </a:solidFill>
                <a:latin typeface="Nunito"/>
              </a:rPr>
              <a:t>Dekker’s Algorithm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: One of the earliest algorithms for mutual exclusion. Works for exactly </a:t>
            </a:r>
            <a:r>
              <a:rPr lang="en-US" b="1" dirty="0">
                <a:solidFill>
                  <a:srgbClr val="273239"/>
                </a:solidFill>
                <a:latin typeface="Nunito"/>
              </a:rPr>
              <a:t>two processes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 using flags and a turn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3239"/>
                </a:solidFill>
                <a:latin typeface="Nunito"/>
              </a:rPr>
              <a:t>Bakery Algorithm:</a:t>
            </a:r>
            <a:r>
              <a:rPr lang="en-US" dirty="0">
                <a:solidFill>
                  <a:srgbClr val="273239"/>
                </a:solidFill>
                <a:latin typeface="Nunito"/>
              </a:rPr>
              <a:t> works for multiple processes, inspired by “take-a-number” systems in shops.</a:t>
            </a:r>
            <a:endParaRPr lang="en-US" b="0" i="0" dirty="0">
              <a:solidFill>
                <a:srgbClr val="273239"/>
              </a:solidFill>
              <a:effectLst/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8229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16632"/>
            <a:ext cx="70261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cs typeface="Arial Black"/>
              </a:rPr>
              <a:t>Process synchronization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532" y="1031386"/>
            <a:ext cx="389401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err="1">
                <a:solidFill>
                  <a:srgbClr val="0432FF"/>
                </a:solidFill>
              </a:rPr>
              <a:t>Lamport's</a:t>
            </a:r>
            <a:r>
              <a:rPr lang="en-US" sz="2200" b="1" dirty="0">
                <a:solidFill>
                  <a:srgbClr val="0432FF"/>
                </a:solidFill>
              </a:rPr>
              <a:t> bakery algorithm</a:t>
            </a:r>
          </a:p>
        </p:txBody>
      </p:sp>
      <p:pic>
        <p:nvPicPr>
          <p:cNvPr id="2050" name="Picture 2" descr="https://upload.wikimedia.org/wikipedia/commons/thumb/5/50/Leslie_Lamport.jpg/250px-Leslie_Lampor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772816"/>
            <a:ext cx="238125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732240" y="1340768"/>
            <a:ext cx="1826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Leslie </a:t>
            </a:r>
            <a:r>
              <a:rPr lang="en-US" b="1" dirty="0" err="1"/>
              <a:t>Lamport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5148064" y="4886332"/>
            <a:ext cx="3634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https://lamport.azurewebsites.net/</a:t>
            </a:r>
          </a:p>
        </p:txBody>
      </p:sp>
      <p:sp>
        <p:nvSpPr>
          <p:cNvPr id="9" name="Rectangle 8"/>
          <p:cNvSpPr/>
          <p:nvPr/>
        </p:nvSpPr>
        <p:spPr>
          <a:xfrm>
            <a:off x="293532" y="142665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www.youtube.com/watch?v=U719vQz-WFs&amp;t=1094s</a:t>
            </a:r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en.wikipedia.org/wiki/LaTeX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55" y="4886332"/>
            <a:ext cx="4433121" cy="171210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6638" y="2448843"/>
            <a:ext cx="1795562" cy="23204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42216" y="306214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"I'm not smart, I have the gift of abstraction</a:t>
            </a:r>
            <a:r>
              <a:rPr lang="en-US" dirty="0" smtClean="0"/>
              <a:t>...“</a:t>
            </a:r>
          </a:p>
          <a:p>
            <a:r>
              <a:rPr lang="en-US" dirty="0">
                <a:solidFill>
                  <a:srgbClr val="0432FF"/>
                </a:solidFill>
              </a:rPr>
              <a:t>the “the ability to abstract” is literally what IQ (Intelligence Quotient) measures as signal for intelligence.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8064" y="5650646"/>
            <a:ext cx="39236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hlinkClick r:id="rId8"/>
              </a:rPr>
              <a:t>https://</a:t>
            </a:r>
            <a:r>
              <a:rPr lang="en-US" sz="1000" dirty="0" smtClean="0">
                <a:hlinkClick r:id="rId8"/>
              </a:rPr>
              <a:t>scholar.google.com/citations?hl=en&amp;user=uG3icVgAAAAJ&amp;view_op=list_works&amp;sortby=pubdate</a:t>
            </a:r>
            <a:r>
              <a:rPr lang="en-US" sz="1000" dirty="0" smtClean="0"/>
              <a:t>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0179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D7C50D2-F71C-4627-BC78-6FC4F0EF2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5" y="1772815"/>
            <a:ext cx="8797463" cy="428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55449"/>
      </p:ext>
    </p:extLst>
  </p:cSld>
  <p:clrMapOvr>
    <a:masterClrMapping/>
  </p:clrMapOvr>
</p:sld>
</file>

<file path=ppt/theme/theme1.xml><?xml version="1.0" encoding="utf-8"?>
<a:theme xmlns:a="http://schemas.openxmlformats.org/drawingml/2006/main" name="전자정보_(8)">
  <a:themeElements>
    <a:clrScheme name="Default Design 2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008080"/>
      </a:accent1>
      <a:accent2>
        <a:srgbClr val="A50021"/>
      </a:accent2>
      <a:accent3>
        <a:srgbClr val="FFFFFF"/>
      </a:accent3>
      <a:accent4>
        <a:srgbClr val="000000"/>
      </a:accent4>
      <a:accent5>
        <a:srgbClr val="AAC0C0"/>
      </a:accent5>
      <a:accent6>
        <a:srgbClr val="95001D"/>
      </a:accent6>
      <a:hlink>
        <a:srgbClr val="3333CC"/>
      </a:hlink>
      <a:folHlink>
        <a:srgbClr val="FF990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3068A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B9D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008080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95001D"/>
        </a:accent6>
        <a:hlink>
          <a:srgbClr val="3333C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3F007E"/>
        </a:dk2>
        <a:lt2>
          <a:srgbClr val="808080"/>
        </a:lt2>
        <a:accent1>
          <a:srgbClr val="940661"/>
        </a:accent1>
        <a:accent2>
          <a:srgbClr val="826900"/>
        </a:accent2>
        <a:accent3>
          <a:srgbClr val="FFFFFF"/>
        </a:accent3>
        <a:accent4>
          <a:srgbClr val="000000"/>
        </a:accent4>
        <a:accent5>
          <a:srgbClr val="C8AAB7"/>
        </a:accent5>
        <a:accent6>
          <a:srgbClr val="755E00"/>
        </a:accent6>
        <a:hlink>
          <a:srgbClr val="3F7E00"/>
        </a:hlink>
        <a:folHlink>
          <a:srgbClr val="72019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6298682-A236-44A5-9763-7D5118EE19B8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37623</TotalTime>
  <Words>1193</Words>
  <Application>Microsoft Office PowerPoint</Application>
  <PresentationFormat>On-screen Show (4:3)</PresentationFormat>
  <Paragraphs>236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바탕</vt:lpstr>
      <vt:lpstr>돋움</vt:lpstr>
      <vt:lpstr>굴림</vt:lpstr>
      <vt:lpstr>맑은 고딕</vt:lpstr>
      <vt:lpstr>Arial</vt:lpstr>
      <vt:lpstr>Arial Black</vt:lpstr>
      <vt:lpstr>Courier New</vt:lpstr>
      <vt:lpstr>Nunito</vt:lpstr>
      <vt:lpstr>Times New Roman</vt:lpstr>
      <vt:lpstr>Wingdings</vt:lpstr>
      <vt:lpstr>경기천년제목 Bold</vt:lpstr>
      <vt:lpstr>전자정보_(8)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이인성</dc:creator>
  <cp:lastModifiedBy>Microsoft account</cp:lastModifiedBy>
  <cp:revision>4387</cp:revision>
  <cp:lastPrinted>2022-06-13T00:57:18Z</cp:lastPrinted>
  <dcterms:created xsi:type="dcterms:W3CDTF">2013-07-04T00:44:45Z</dcterms:created>
  <dcterms:modified xsi:type="dcterms:W3CDTF">2026-05-09T03:35:09Z</dcterms:modified>
</cp:coreProperties>
</file>