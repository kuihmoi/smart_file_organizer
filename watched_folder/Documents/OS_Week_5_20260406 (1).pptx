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1377" r:id="rId2"/>
    <p:sldId id="1391" r:id="rId3"/>
    <p:sldId id="1539" r:id="rId4"/>
    <p:sldId id="1512" r:id="rId5"/>
    <p:sldId id="1560" r:id="rId6"/>
    <p:sldId id="1561" r:id="rId7"/>
    <p:sldId id="1562" r:id="rId8"/>
    <p:sldId id="1563" r:id="rId9"/>
    <p:sldId id="1564" r:id="rId10"/>
    <p:sldId id="1513" r:id="rId11"/>
    <p:sldId id="1543" r:id="rId12"/>
    <p:sldId id="1544" r:id="rId13"/>
    <p:sldId id="1545" r:id="rId14"/>
    <p:sldId id="1546" r:id="rId15"/>
    <p:sldId id="1547" r:id="rId16"/>
    <p:sldId id="1548" r:id="rId17"/>
    <p:sldId id="1549" r:id="rId18"/>
    <p:sldId id="1550" r:id="rId19"/>
    <p:sldId id="1551" r:id="rId20"/>
    <p:sldId id="1395" r:id="rId2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1" hangingPunct="1">
      <a:defRPr kern="1200">
        <a:solidFill>
          <a:schemeClr val="tx1"/>
        </a:solidFill>
        <a:latin typeface="Arial" charset="0"/>
        <a:ea typeface="+mn-ea"/>
        <a:cs typeface="+mn-cs"/>
      </a:defRPr>
    </a:lvl6pPr>
    <a:lvl7pPr marL="2743200" algn="l" defTabSz="914400" rtl="0" eaLnBrk="1" latinLnBrk="1" hangingPunct="1">
      <a:defRPr kern="1200">
        <a:solidFill>
          <a:schemeClr val="tx1"/>
        </a:solidFill>
        <a:latin typeface="Arial" charset="0"/>
        <a:ea typeface="+mn-ea"/>
        <a:cs typeface="+mn-cs"/>
      </a:defRPr>
    </a:lvl7pPr>
    <a:lvl8pPr marL="3200400" algn="l" defTabSz="914400" rtl="0" eaLnBrk="1" latinLnBrk="1" hangingPunct="1">
      <a:defRPr kern="1200">
        <a:solidFill>
          <a:schemeClr val="tx1"/>
        </a:solidFill>
        <a:latin typeface="Arial" charset="0"/>
        <a:ea typeface="+mn-ea"/>
        <a:cs typeface="+mn-cs"/>
      </a:defRPr>
    </a:lvl8pPr>
    <a:lvl9pPr marL="3657600" algn="l" defTabSz="914400" rtl="0" eaLnBrk="1" latinLnBrk="1"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842" userDrawn="1">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ok-Cheol Kee" initials="SK" lastIdx="3" clrIdx="0">
    <p:extLst>
      <p:ext uri="{19B8F6BF-5375-455C-9EA6-DF929625EA0E}">
        <p15:presenceInfo xmlns:p15="http://schemas.microsoft.com/office/powerpoint/2012/main" userId="a3057b43ef77241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AAC0C0"/>
    <a:srgbClr val="0070C0"/>
    <a:srgbClr val="002060"/>
    <a:srgbClr val="DDE6E6"/>
    <a:srgbClr val="CAD1D4"/>
    <a:srgbClr val="FFFC00"/>
    <a:srgbClr val="6DB79A"/>
    <a:srgbClr val="000000"/>
    <a:srgbClr val="66C1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067C34-98BC-4683-922C-577F120B7BE1}" v="35" dt="2023-10-18T06:15:15.754"/>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밝은 스타일 1 - 강조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301B821-A1FF-4177-AEE7-76D212191A09}" styleName="보통 스타일 1 - 강조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밝은 스타일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5" autoAdjust="0"/>
    <p:restoredTop sz="88352" autoAdjust="0"/>
  </p:normalViewPr>
  <p:slideViewPr>
    <p:cSldViewPr>
      <p:cViewPr varScale="1">
        <p:scale>
          <a:sx n="80" d="100"/>
          <a:sy n="80" d="100"/>
        </p:scale>
        <p:origin x="1054" y="24"/>
      </p:cViewPr>
      <p:guideLst>
        <p:guide orient="horz" pos="1842"/>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0"/>
    </p:cViewPr>
  </p:sorterViewPr>
  <p:notesViewPr>
    <p:cSldViewPr>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55"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ISINGTAING" userId="a31277fe-ae5d-4f13-bbfe-9b62b612caf2" providerId="ADAL" clId="{3D067C34-98BC-4683-922C-577F120B7BE1}"/>
    <pc:docChg chg="undo custSel addSld delSld modSld sldOrd">
      <pc:chgData name="THAISINGTAING" userId="a31277fe-ae5d-4f13-bbfe-9b62b612caf2" providerId="ADAL" clId="{3D067C34-98BC-4683-922C-577F120B7BE1}" dt="2023-10-18T06:16:33.234" v="2091" actId="20577"/>
      <pc:docMkLst>
        <pc:docMk/>
      </pc:docMkLst>
      <pc:sldChg chg="addSp delSp modSp mod">
        <pc:chgData name="THAISINGTAING" userId="a31277fe-ae5d-4f13-bbfe-9b62b612caf2" providerId="ADAL" clId="{3D067C34-98BC-4683-922C-577F120B7BE1}" dt="2023-10-18T06:16:33.234" v="2091" actId="20577"/>
        <pc:sldMkLst>
          <pc:docMk/>
          <pc:sldMk cId="182838673" sldId="1369"/>
        </pc:sldMkLst>
        <pc:spChg chg="mod">
          <ac:chgData name="THAISINGTAING" userId="a31277fe-ae5d-4f13-bbfe-9b62b612caf2" providerId="ADAL" clId="{3D067C34-98BC-4683-922C-577F120B7BE1}" dt="2023-10-18T01:43:08.348" v="213" actId="20577"/>
          <ac:spMkLst>
            <pc:docMk/>
            <pc:sldMk cId="182838673" sldId="1369"/>
            <ac:spMk id="2" creationId="{E219B80C-EC08-22D5-2D1C-567E1681689C}"/>
          </ac:spMkLst>
        </pc:spChg>
        <pc:spChg chg="add mod">
          <ac:chgData name="THAISINGTAING" userId="a31277fe-ae5d-4f13-bbfe-9b62b612caf2" providerId="ADAL" clId="{3D067C34-98BC-4683-922C-577F120B7BE1}" dt="2023-10-18T06:16:33.234" v="2091" actId="20577"/>
          <ac:spMkLst>
            <pc:docMk/>
            <pc:sldMk cId="182838673" sldId="1369"/>
            <ac:spMk id="4" creationId="{4629BCDB-076F-83E7-F987-84C81205B5BA}"/>
          </ac:spMkLst>
        </pc:spChg>
        <pc:spChg chg="add del mod">
          <ac:chgData name="THAISINGTAING" userId="a31277fe-ae5d-4f13-bbfe-9b62b612caf2" providerId="ADAL" clId="{3D067C34-98BC-4683-922C-577F120B7BE1}" dt="2023-10-18T06:04:53.601" v="1563"/>
          <ac:spMkLst>
            <pc:docMk/>
            <pc:sldMk cId="182838673" sldId="1369"/>
            <ac:spMk id="5" creationId="{9ABFCF8A-7923-2ED8-9514-95849F30185A}"/>
          </ac:spMkLst>
        </pc:spChg>
        <pc:spChg chg="add del mod">
          <ac:chgData name="THAISINGTAING" userId="a31277fe-ae5d-4f13-bbfe-9b62b612caf2" providerId="ADAL" clId="{3D067C34-98BC-4683-922C-577F120B7BE1}" dt="2023-10-18T06:09:20.592" v="1905" actId="478"/>
          <ac:spMkLst>
            <pc:docMk/>
            <pc:sldMk cId="182838673" sldId="1369"/>
            <ac:spMk id="6" creationId="{E7D86404-BDC3-F405-A5EB-4091C9D5F565}"/>
          </ac:spMkLst>
        </pc:spChg>
        <pc:spChg chg="add del mod">
          <ac:chgData name="THAISINGTAING" userId="a31277fe-ae5d-4f13-bbfe-9b62b612caf2" providerId="ADAL" clId="{3D067C34-98BC-4683-922C-577F120B7BE1}" dt="2023-10-18T06:09:31.598" v="1909" actId="478"/>
          <ac:spMkLst>
            <pc:docMk/>
            <pc:sldMk cId="182838673" sldId="1369"/>
            <ac:spMk id="7" creationId="{199D2828-C019-2343-57BF-2D34097117A2}"/>
          </ac:spMkLst>
        </pc:spChg>
        <pc:spChg chg="del">
          <ac:chgData name="THAISINGTAING" userId="a31277fe-ae5d-4f13-bbfe-9b62b612caf2" providerId="ADAL" clId="{3D067C34-98BC-4683-922C-577F120B7BE1}" dt="2023-10-18T01:41:53.770" v="129" actId="478"/>
          <ac:spMkLst>
            <pc:docMk/>
            <pc:sldMk cId="182838673" sldId="1369"/>
            <ac:spMk id="10" creationId="{0B365FBE-294C-E81B-A389-338C51C94B90}"/>
          </ac:spMkLst>
        </pc:spChg>
        <pc:spChg chg="del">
          <ac:chgData name="THAISINGTAING" userId="a31277fe-ae5d-4f13-bbfe-9b62b612caf2" providerId="ADAL" clId="{3D067C34-98BC-4683-922C-577F120B7BE1}" dt="2023-10-18T01:42:26.191" v="161" actId="478"/>
          <ac:spMkLst>
            <pc:docMk/>
            <pc:sldMk cId="182838673" sldId="1369"/>
            <ac:spMk id="21" creationId="{BC10165D-C6BD-9BAA-1BED-F1DCF70B633F}"/>
          </ac:spMkLst>
        </pc:spChg>
        <pc:spChg chg="del mod">
          <ac:chgData name="THAISINGTAING" userId="a31277fe-ae5d-4f13-bbfe-9b62b612caf2" providerId="ADAL" clId="{3D067C34-98BC-4683-922C-577F120B7BE1}" dt="2023-10-18T01:42:16.174" v="159" actId="478"/>
          <ac:spMkLst>
            <pc:docMk/>
            <pc:sldMk cId="182838673" sldId="1369"/>
            <ac:spMk id="32" creationId="{72675C41-B702-0DE7-6AE0-CDBBB3E529E6}"/>
          </ac:spMkLst>
        </pc:spChg>
        <pc:spChg chg="mod">
          <ac:chgData name="THAISINGTAING" userId="a31277fe-ae5d-4f13-bbfe-9b62b612caf2" providerId="ADAL" clId="{3D067C34-98BC-4683-922C-577F120B7BE1}" dt="2023-10-18T06:12:59.347" v="1992" actId="20577"/>
          <ac:spMkLst>
            <pc:docMk/>
            <pc:sldMk cId="182838673" sldId="1369"/>
            <ac:spMk id="35" creationId="{ECDDDE97-D21E-BF4E-BF95-ADBA16E2B736}"/>
          </ac:spMkLst>
        </pc:spChg>
        <pc:picChg chg="add mod">
          <ac:chgData name="THAISINGTAING" userId="a31277fe-ae5d-4f13-bbfe-9b62b612caf2" providerId="ADAL" clId="{3D067C34-98BC-4683-922C-577F120B7BE1}" dt="2023-10-18T06:08:50.317" v="1892" actId="1076"/>
          <ac:picMkLst>
            <pc:docMk/>
            <pc:sldMk cId="182838673" sldId="1369"/>
            <ac:picMk id="3" creationId="{F0F64383-3B0D-FA5D-80ED-5131BC10AB2E}"/>
          </ac:picMkLst>
        </pc:picChg>
        <pc:picChg chg="del">
          <ac:chgData name="THAISINGTAING" userId="a31277fe-ae5d-4f13-bbfe-9b62b612caf2" providerId="ADAL" clId="{3D067C34-98BC-4683-922C-577F120B7BE1}" dt="2023-10-18T01:42:13.277" v="155" actId="478"/>
          <ac:picMkLst>
            <pc:docMk/>
            <pc:sldMk cId="182838673" sldId="1369"/>
            <ac:picMk id="4" creationId="{4C6A7D7D-4801-6415-D0F6-32F572778BBF}"/>
          </ac:picMkLst>
        </pc:picChg>
        <pc:picChg chg="del">
          <ac:chgData name="THAISINGTAING" userId="a31277fe-ae5d-4f13-bbfe-9b62b612caf2" providerId="ADAL" clId="{3D067C34-98BC-4683-922C-577F120B7BE1}" dt="2023-10-18T01:41:51.098" v="128" actId="478"/>
          <ac:picMkLst>
            <pc:docMk/>
            <pc:sldMk cId="182838673" sldId="1369"/>
            <ac:picMk id="9" creationId="{F323E33F-425D-B288-96DD-59BC6D0EA913}"/>
          </ac:picMkLst>
        </pc:picChg>
        <pc:picChg chg="del">
          <ac:chgData name="THAISINGTAING" userId="a31277fe-ae5d-4f13-bbfe-9b62b612caf2" providerId="ADAL" clId="{3D067C34-98BC-4683-922C-577F120B7BE1}" dt="2023-10-18T01:42:14.189" v="156" actId="478"/>
          <ac:picMkLst>
            <pc:docMk/>
            <pc:sldMk cId="182838673" sldId="1369"/>
            <ac:picMk id="13" creationId="{BC26A08B-5EF7-FEC5-360D-72C564EEBDA6}"/>
          </ac:picMkLst>
        </pc:picChg>
        <pc:picChg chg="del">
          <ac:chgData name="THAISINGTAING" userId="a31277fe-ae5d-4f13-bbfe-9b62b612caf2" providerId="ADAL" clId="{3D067C34-98BC-4683-922C-577F120B7BE1}" dt="2023-10-18T01:42:27.151" v="162" actId="478"/>
          <ac:picMkLst>
            <pc:docMk/>
            <pc:sldMk cId="182838673" sldId="1369"/>
            <ac:picMk id="19" creationId="{7E426F05-3F4B-B483-76F7-D7133B6E4A2F}"/>
          </ac:picMkLst>
        </pc:picChg>
        <pc:cxnChg chg="del mod">
          <ac:chgData name="THAISINGTAING" userId="a31277fe-ae5d-4f13-bbfe-9b62b612caf2" providerId="ADAL" clId="{3D067C34-98BC-4683-922C-577F120B7BE1}" dt="2023-10-18T01:42:14.693" v="157" actId="478"/>
          <ac:cxnSpMkLst>
            <pc:docMk/>
            <pc:sldMk cId="182838673" sldId="1369"/>
            <ac:cxnSpMk id="25" creationId="{DB5D421E-ECBB-82E4-220F-BCCD1FA53F7F}"/>
          </ac:cxnSpMkLst>
        </pc:cxnChg>
      </pc:sldChg>
      <pc:sldChg chg="del">
        <pc:chgData name="THAISINGTAING" userId="a31277fe-ae5d-4f13-bbfe-9b62b612caf2" providerId="ADAL" clId="{3D067C34-98BC-4683-922C-577F120B7BE1}" dt="2023-10-18T01:42:31.853" v="163" actId="47"/>
        <pc:sldMkLst>
          <pc:docMk/>
          <pc:sldMk cId="517951742" sldId="1370"/>
        </pc:sldMkLst>
      </pc:sldChg>
      <pc:sldChg chg="add del">
        <pc:chgData name="THAISINGTAING" userId="a31277fe-ae5d-4f13-bbfe-9b62b612caf2" providerId="ADAL" clId="{3D067C34-98BC-4683-922C-577F120B7BE1}" dt="2023-10-18T01:42:36.777" v="166"/>
        <pc:sldMkLst>
          <pc:docMk/>
          <pc:sldMk cId="2831594454" sldId="1370"/>
        </pc:sldMkLst>
      </pc:sldChg>
      <pc:sldChg chg="addSp delSp modSp add mod">
        <pc:chgData name="THAISINGTAING" userId="a31277fe-ae5d-4f13-bbfe-9b62b612caf2" providerId="ADAL" clId="{3D067C34-98BC-4683-922C-577F120B7BE1}" dt="2023-10-18T02:11:16.750" v="1487" actId="113"/>
        <pc:sldMkLst>
          <pc:docMk/>
          <pc:sldMk cId="3225021101" sldId="1370"/>
        </pc:sldMkLst>
        <pc:spChg chg="mod">
          <ac:chgData name="THAISINGTAING" userId="a31277fe-ae5d-4f13-bbfe-9b62b612caf2" providerId="ADAL" clId="{3D067C34-98BC-4683-922C-577F120B7BE1}" dt="2023-10-18T01:43:22.343" v="255" actId="20577"/>
          <ac:spMkLst>
            <pc:docMk/>
            <pc:sldMk cId="3225021101" sldId="1370"/>
            <ac:spMk id="2" creationId="{E219B80C-EC08-22D5-2D1C-567E1681689C}"/>
          </ac:spMkLst>
        </pc:spChg>
        <pc:spChg chg="add mod">
          <ac:chgData name="THAISINGTAING" userId="a31277fe-ae5d-4f13-bbfe-9b62b612caf2" providerId="ADAL" clId="{3D067C34-98BC-4683-922C-577F120B7BE1}" dt="2023-10-18T02:02:59.400" v="1062" actId="1076"/>
          <ac:spMkLst>
            <pc:docMk/>
            <pc:sldMk cId="3225021101" sldId="1370"/>
            <ac:spMk id="8" creationId="{01EFEA41-503C-EE83-4C2F-C9C2E4A99D3A}"/>
          </ac:spMkLst>
        </pc:spChg>
        <pc:spChg chg="mod">
          <ac:chgData name="THAISINGTAING" userId="a31277fe-ae5d-4f13-bbfe-9b62b612caf2" providerId="ADAL" clId="{3D067C34-98BC-4683-922C-577F120B7BE1}" dt="2023-10-18T02:11:16.750" v="1487" actId="113"/>
          <ac:spMkLst>
            <pc:docMk/>
            <pc:sldMk cId="3225021101" sldId="1370"/>
            <ac:spMk id="35" creationId="{ECDDDE97-D21E-BF4E-BF95-ADBA16E2B736}"/>
          </ac:spMkLst>
        </pc:spChg>
        <pc:picChg chg="add mod">
          <ac:chgData name="THAISINGTAING" userId="a31277fe-ae5d-4f13-bbfe-9b62b612caf2" providerId="ADAL" clId="{3D067C34-98BC-4683-922C-577F120B7BE1}" dt="2023-10-18T02:01:36.001" v="892" actId="14100"/>
          <ac:picMkLst>
            <pc:docMk/>
            <pc:sldMk cId="3225021101" sldId="1370"/>
            <ac:picMk id="3" creationId="{AC7232ED-0E96-FB05-BC97-F53F44ED1B1A}"/>
          </ac:picMkLst>
        </pc:picChg>
        <pc:picChg chg="add del mod">
          <ac:chgData name="THAISINGTAING" userId="a31277fe-ae5d-4f13-bbfe-9b62b612caf2" providerId="ADAL" clId="{3D067C34-98BC-4683-922C-577F120B7BE1}" dt="2023-10-18T02:00:17.651" v="881" actId="478"/>
          <ac:picMkLst>
            <pc:docMk/>
            <pc:sldMk cId="3225021101" sldId="1370"/>
            <ac:picMk id="4" creationId="{8FE5C435-8C40-DE9D-DE91-AB06CD6641D1}"/>
          </ac:picMkLst>
        </pc:picChg>
        <pc:picChg chg="add mod modCrop">
          <ac:chgData name="THAISINGTAING" userId="a31277fe-ae5d-4f13-bbfe-9b62b612caf2" providerId="ADAL" clId="{3D067C34-98BC-4683-922C-577F120B7BE1}" dt="2023-10-18T02:01:42.590" v="896" actId="1038"/>
          <ac:picMkLst>
            <pc:docMk/>
            <pc:sldMk cId="3225021101" sldId="1370"/>
            <ac:picMk id="6" creationId="{63974DCA-5573-EF20-C1BA-D0E914CF37D0}"/>
          </ac:picMkLst>
        </pc:picChg>
      </pc:sldChg>
      <pc:sldChg chg="addSp delSp modSp add mod ord">
        <pc:chgData name="THAISINGTAING" userId="a31277fe-ae5d-4f13-bbfe-9b62b612caf2" providerId="ADAL" clId="{3D067C34-98BC-4683-922C-577F120B7BE1}" dt="2023-10-18T02:09:15.040" v="1165" actId="1076"/>
        <pc:sldMkLst>
          <pc:docMk/>
          <pc:sldMk cId="258272306" sldId="1371"/>
        </pc:sldMkLst>
        <pc:spChg chg="mod">
          <ac:chgData name="THAISINGTAING" userId="a31277fe-ae5d-4f13-bbfe-9b62b612caf2" providerId="ADAL" clId="{3D067C34-98BC-4683-922C-577F120B7BE1}" dt="2023-10-18T01:49:11.743" v="754" actId="20577"/>
          <ac:spMkLst>
            <pc:docMk/>
            <pc:sldMk cId="258272306" sldId="1371"/>
            <ac:spMk id="2" creationId="{E219B80C-EC08-22D5-2D1C-567E1681689C}"/>
          </ac:spMkLst>
        </pc:spChg>
        <pc:spChg chg="add del mod">
          <ac:chgData name="THAISINGTAING" userId="a31277fe-ae5d-4f13-bbfe-9b62b612caf2" providerId="ADAL" clId="{3D067C34-98BC-4683-922C-577F120B7BE1}" dt="2023-10-18T01:51:36.419" v="856" actId="478"/>
          <ac:spMkLst>
            <pc:docMk/>
            <pc:sldMk cId="258272306" sldId="1371"/>
            <ac:spMk id="9" creationId="{E95C7A20-40A5-159A-40EF-A78E729D309F}"/>
          </ac:spMkLst>
        </pc:spChg>
        <pc:spChg chg="add del mod">
          <ac:chgData name="THAISINGTAING" userId="a31277fe-ae5d-4f13-bbfe-9b62b612caf2" providerId="ADAL" clId="{3D067C34-98BC-4683-922C-577F120B7BE1}" dt="2023-10-18T02:08:49.697" v="1153" actId="478"/>
          <ac:spMkLst>
            <pc:docMk/>
            <pc:sldMk cId="258272306" sldId="1371"/>
            <ac:spMk id="27" creationId="{BACE41CF-2D59-F44D-C9CB-2DEE4A775A86}"/>
          </ac:spMkLst>
        </pc:spChg>
        <pc:spChg chg="add mod">
          <ac:chgData name="THAISINGTAING" userId="a31277fe-ae5d-4f13-bbfe-9b62b612caf2" providerId="ADAL" clId="{3D067C34-98BC-4683-922C-577F120B7BE1}" dt="2023-10-18T02:06:02.905" v="1107" actId="1076"/>
          <ac:spMkLst>
            <pc:docMk/>
            <pc:sldMk cId="258272306" sldId="1371"/>
            <ac:spMk id="28" creationId="{C24EA94E-7A60-692E-14A1-5F264012A1F0}"/>
          </ac:spMkLst>
        </pc:spChg>
        <pc:spChg chg="mod">
          <ac:chgData name="THAISINGTAING" userId="a31277fe-ae5d-4f13-bbfe-9b62b612caf2" providerId="ADAL" clId="{3D067C34-98BC-4683-922C-577F120B7BE1}" dt="2023-10-18T01:50:56.973" v="825" actId="20577"/>
          <ac:spMkLst>
            <pc:docMk/>
            <pc:sldMk cId="258272306" sldId="1371"/>
            <ac:spMk id="35" creationId="{ECDDDE97-D21E-BF4E-BF95-ADBA16E2B736}"/>
          </ac:spMkLst>
        </pc:spChg>
        <pc:spChg chg="add mod">
          <ac:chgData name="THAISINGTAING" userId="a31277fe-ae5d-4f13-bbfe-9b62b612caf2" providerId="ADAL" clId="{3D067C34-98BC-4683-922C-577F120B7BE1}" dt="2023-10-18T02:07:24.645" v="1143" actId="14100"/>
          <ac:spMkLst>
            <pc:docMk/>
            <pc:sldMk cId="258272306" sldId="1371"/>
            <ac:spMk id="36" creationId="{21E6DD41-CF97-1A6C-8962-4A7D10F83F29}"/>
          </ac:spMkLst>
        </pc:spChg>
        <pc:spChg chg="add mod">
          <ac:chgData name="THAISINGTAING" userId="a31277fe-ae5d-4f13-bbfe-9b62b612caf2" providerId="ADAL" clId="{3D067C34-98BC-4683-922C-577F120B7BE1}" dt="2023-10-18T02:07:27.083" v="1144" actId="1076"/>
          <ac:spMkLst>
            <pc:docMk/>
            <pc:sldMk cId="258272306" sldId="1371"/>
            <ac:spMk id="37" creationId="{66234693-5AE4-8A7B-EA74-F37D6E5C2BB9}"/>
          </ac:spMkLst>
        </pc:spChg>
        <pc:spChg chg="add mod">
          <ac:chgData name="THAISINGTAING" userId="a31277fe-ae5d-4f13-bbfe-9b62b612caf2" providerId="ADAL" clId="{3D067C34-98BC-4683-922C-577F120B7BE1}" dt="2023-10-18T02:08:45.662" v="1152" actId="1076"/>
          <ac:spMkLst>
            <pc:docMk/>
            <pc:sldMk cId="258272306" sldId="1371"/>
            <ac:spMk id="40" creationId="{2959B849-422E-D7D1-E1A5-6A231C97D747}"/>
          </ac:spMkLst>
        </pc:spChg>
        <pc:spChg chg="add mod">
          <ac:chgData name="THAISINGTAING" userId="a31277fe-ae5d-4f13-bbfe-9b62b612caf2" providerId="ADAL" clId="{3D067C34-98BC-4683-922C-577F120B7BE1}" dt="2023-10-18T02:09:04.209" v="1161" actId="14100"/>
          <ac:spMkLst>
            <pc:docMk/>
            <pc:sldMk cId="258272306" sldId="1371"/>
            <ac:spMk id="43" creationId="{C295E0A9-FD5E-E65C-2F5D-BE7AA394CC7C}"/>
          </ac:spMkLst>
        </pc:spChg>
        <pc:spChg chg="add mod">
          <ac:chgData name="THAISINGTAING" userId="a31277fe-ae5d-4f13-bbfe-9b62b612caf2" providerId="ADAL" clId="{3D067C34-98BC-4683-922C-577F120B7BE1}" dt="2023-10-18T02:09:15.040" v="1165" actId="1076"/>
          <ac:spMkLst>
            <pc:docMk/>
            <pc:sldMk cId="258272306" sldId="1371"/>
            <ac:spMk id="44" creationId="{67C519C0-F18B-67F3-3EAE-217B0BA04A67}"/>
          </ac:spMkLst>
        </pc:spChg>
        <pc:picChg chg="del">
          <ac:chgData name="THAISINGTAING" userId="a31277fe-ae5d-4f13-bbfe-9b62b612caf2" providerId="ADAL" clId="{3D067C34-98BC-4683-922C-577F120B7BE1}" dt="2023-10-18T01:49:20.448" v="755" actId="478"/>
          <ac:picMkLst>
            <pc:docMk/>
            <pc:sldMk cId="258272306" sldId="1371"/>
            <ac:picMk id="3" creationId="{AC7232ED-0E96-FB05-BC97-F53F44ED1B1A}"/>
          </ac:picMkLst>
        </pc:picChg>
        <pc:picChg chg="add del mod">
          <ac:chgData name="THAISINGTAING" userId="a31277fe-ae5d-4f13-bbfe-9b62b612caf2" providerId="ADAL" clId="{3D067C34-98BC-4683-922C-577F120B7BE1}" dt="2023-10-18T01:51:31.586" v="850" actId="478"/>
          <ac:picMkLst>
            <pc:docMk/>
            <pc:sldMk cId="258272306" sldId="1371"/>
            <ac:picMk id="6" creationId="{C6598A7B-AF6F-265C-414F-B63528E132E7}"/>
          </ac:picMkLst>
        </pc:picChg>
        <pc:picChg chg="add del mod">
          <ac:chgData name="THAISINGTAING" userId="a31277fe-ae5d-4f13-bbfe-9b62b612caf2" providerId="ADAL" clId="{3D067C34-98BC-4683-922C-577F120B7BE1}" dt="2023-10-18T01:51:32.955" v="852" actId="478"/>
          <ac:picMkLst>
            <pc:docMk/>
            <pc:sldMk cId="258272306" sldId="1371"/>
            <ac:picMk id="7" creationId="{7F8EEDA0-3A9B-F978-F2A5-19B46C232EC1}"/>
          </ac:picMkLst>
        </pc:picChg>
        <pc:picChg chg="add del mod">
          <ac:chgData name="THAISINGTAING" userId="a31277fe-ae5d-4f13-bbfe-9b62b612caf2" providerId="ADAL" clId="{3D067C34-98BC-4683-922C-577F120B7BE1}" dt="2023-10-18T01:51:34.290" v="854" actId="478"/>
          <ac:picMkLst>
            <pc:docMk/>
            <pc:sldMk cId="258272306" sldId="1371"/>
            <ac:picMk id="8" creationId="{6A077B80-6AA8-73DE-F71E-6B8D8E8D2B77}"/>
          </ac:picMkLst>
        </pc:picChg>
        <pc:picChg chg="add mod">
          <ac:chgData name="THAISINGTAING" userId="a31277fe-ae5d-4f13-bbfe-9b62b612caf2" providerId="ADAL" clId="{3D067C34-98BC-4683-922C-577F120B7BE1}" dt="2023-10-18T02:09:11.714" v="1164" actId="1076"/>
          <ac:picMkLst>
            <pc:docMk/>
            <pc:sldMk cId="258272306" sldId="1371"/>
            <ac:picMk id="14" creationId="{F2035732-6B9A-6643-5C4E-32441C0F93C0}"/>
          </ac:picMkLst>
        </pc:picChg>
        <pc:picChg chg="add mod">
          <ac:chgData name="THAISINGTAING" userId="a31277fe-ae5d-4f13-bbfe-9b62b612caf2" providerId="ADAL" clId="{3D067C34-98BC-4683-922C-577F120B7BE1}" dt="2023-10-18T02:05:37.352" v="1097" actId="1076"/>
          <ac:picMkLst>
            <pc:docMk/>
            <pc:sldMk cId="258272306" sldId="1371"/>
            <ac:picMk id="15" creationId="{A7E999D8-F443-3856-16A7-07CE37C936DD}"/>
          </ac:picMkLst>
        </pc:picChg>
        <pc:picChg chg="add mod">
          <ac:chgData name="THAISINGTAING" userId="a31277fe-ae5d-4f13-bbfe-9b62b612caf2" providerId="ADAL" clId="{3D067C34-98BC-4683-922C-577F120B7BE1}" dt="2023-10-18T02:08:58.482" v="1156" actId="1076"/>
          <ac:picMkLst>
            <pc:docMk/>
            <pc:sldMk cId="258272306" sldId="1371"/>
            <ac:picMk id="16" creationId="{20ED4B17-EA83-4834-8283-AF338AEAB321}"/>
          </ac:picMkLst>
        </pc:picChg>
        <pc:picChg chg="add mod">
          <ac:chgData name="THAISINGTAING" userId="a31277fe-ae5d-4f13-bbfe-9b62b612caf2" providerId="ADAL" clId="{3D067C34-98BC-4683-922C-577F120B7BE1}" dt="2023-10-18T02:08:18.767" v="1148" actId="14826"/>
          <ac:picMkLst>
            <pc:docMk/>
            <pc:sldMk cId="258272306" sldId="1371"/>
            <ac:picMk id="29" creationId="{22A6897F-D7D2-8547-3FF5-59CE55F6824F}"/>
          </ac:picMkLst>
        </pc:picChg>
        <pc:picChg chg="add mod">
          <ac:chgData name="THAISINGTAING" userId="a31277fe-ae5d-4f13-bbfe-9b62b612caf2" providerId="ADAL" clId="{3D067C34-98BC-4683-922C-577F120B7BE1}" dt="2023-10-18T02:07:38.093" v="1145" actId="1076"/>
          <ac:picMkLst>
            <pc:docMk/>
            <pc:sldMk cId="258272306" sldId="1371"/>
            <ac:picMk id="30" creationId="{E2326C83-C9E0-519C-98AB-6C4EF7C9FB5C}"/>
          </ac:picMkLst>
        </pc:picChg>
        <pc:picChg chg="add mod">
          <ac:chgData name="THAISINGTAING" userId="a31277fe-ae5d-4f13-bbfe-9b62b612caf2" providerId="ADAL" clId="{3D067C34-98BC-4683-922C-577F120B7BE1}" dt="2023-10-18T02:08:29.674" v="1149" actId="14826"/>
          <ac:picMkLst>
            <pc:docMk/>
            <pc:sldMk cId="258272306" sldId="1371"/>
            <ac:picMk id="31" creationId="{7A42926B-EDC1-3DDB-E038-7E892F693C2B}"/>
          </ac:picMkLst>
        </pc:picChg>
        <pc:cxnChg chg="add del mod">
          <ac:chgData name="THAISINGTAING" userId="a31277fe-ae5d-4f13-bbfe-9b62b612caf2" providerId="ADAL" clId="{3D067C34-98BC-4683-922C-577F120B7BE1}" dt="2023-10-18T01:51:35.074" v="855" actId="478"/>
          <ac:cxnSpMkLst>
            <pc:docMk/>
            <pc:sldMk cId="258272306" sldId="1371"/>
            <ac:cxnSpMk id="4" creationId="{F1D48254-7FAB-D5B9-13BE-BE8B848DB753}"/>
          </ac:cxnSpMkLst>
        </pc:cxnChg>
        <pc:cxnChg chg="add del mod">
          <ac:chgData name="THAISINGTAING" userId="a31277fe-ae5d-4f13-bbfe-9b62b612caf2" providerId="ADAL" clId="{3D067C34-98BC-4683-922C-577F120B7BE1}" dt="2023-10-18T01:51:33.818" v="853" actId="478"/>
          <ac:cxnSpMkLst>
            <pc:docMk/>
            <pc:sldMk cId="258272306" sldId="1371"/>
            <ac:cxnSpMk id="5" creationId="{193F4B85-E826-6698-9790-A66F34E454AA}"/>
          </ac:cxnSpMkLst>
        </pc:cxnChg>
        <pc:cxnChg chg="add del mod">
          <ac:chgData name="THAISINGTAING" userId="a31277fe-ae5d-4f13-bbfe-9b62b612caf2" providerId="ADAL" clId="{3D067C34-98BC-4683-922C-577F120B7BE1}" dt="2023-10-18T01:51:32.522" v="851" actId="478"/>
          <ac:cxnSpMkLst>
            <pc:docMk/>
            <pc:sldMk cId="258272306" sldId="1371"/>
            <ac:cxnSpMk id="10" creationId="{FEEE16DA-EC7D-19A9-3EC5-6DC27E9CC836}"/>
          </ac:cxnSpMkLst>
        </pc:cxnChg>
        <pc:cxnChg chg="add mod">
          <ac:chgData name="THAISINGTAING" userId="a31277fe-ae5d-4f13-bbfe-9b62b612caf2" providerId="ADAL" clId="{3D067C34-98BC-4683-922C-577F120B7BE1}" dt="2023-10-18T02:04:42.947" v="1079" actId="14100"/>
          <ac:cxnSpMkLst>
            <pc:docMk/>
            <pc:sldMk cId="258272306" sldId="1371"/>
            <ac:cxnSpMk id="17" creationId="{9B390CD1-5E59-F65E-2A62-10E2CF768DDB}"/>
          </ac:cxnSpMkLst>
        </pc:cxnChg>
        <pc:cxnChg chg="add mod">
          <ac:chgData name="THAISINGTAING" userId="a31277fe-ae5d-4f13-bbfe-9b62b612caf2" providerId="ADAL" clId="{3D067C34-98BC-4683-922C-577F120B7BE1}" dt="2023-10-18T02:06:57.177" v="1130" actId="1035"/>
          <ac:cxnSpMkLst>
            <pc:docMk/>
            <pc:sldMk cId="258272306" sldId="1371"/>
            <ac:cxnSpMk id="18" creationId="{A32073FD-A427-D836-7B11-7B04D3A6FFEA}"/>
          </ac:cxnSpMkLst>
        </pc:cxnChg>
        <pc:cxnChg chg="add mod">
          <ac:chgData name="THAISINGTAING" userId="a31277fe-ae5d-4f13-bbfe-9b62b612caf2" providerId="ADAL" clId="{3D067C34-98BC-4683-922C-577F120B7BE1}" dt="2023-10-18T02:08:37.195" v="1150" actId="14100"/>
          <ac:cxnSpMkLst>
            <pc:docMk/>
            <pc:sldMk cId="258272306" sldId="1371"/>
            <ac:cxnSpMk id="19" creationId="{B58B30A3-5B2D-107E-AC20-D9A5E2777C2A}"/>
          </ac:cxnSpMkLst>
        </pc:cxnChg>
        <pc:cxnChg chg="add mod">
          <ac:chgData name="THAISINGTAING" userId="a31277fe-ae5d-4f13-bbfe-9b62b612caf2" providerId="ADAL" clId="{3D067C34-98BC-4683-922C-577F120B7BE1}" dt="2023-10-18T02:08:39.541" v="1151" actId="14100"/>
          <ac:cxnSpMkLst>
            <pc:docMk/>
            <pc:sldMk cId="258272306" sldId="1371"/>
            <ac:cxnSpMk id="20" creationId="{946C096F-270D-8FDE-4009-B94495CC3A5A}"/>
          </ac:cxnSpMkLst>
        </pc:cxnChg>
        <pc:cxnChg chg="add mod">
          <ac:chgData name="THAISINGTAING" userId="a31277fe-ae5d-4f13-bbfe-9b62b612caf2" providerId="ADAL" clId="{3D067C34-98BC-4683-922C-577F120B7BE1}" dt="2023-10-18T02:07:03.306" v="1134" actId="1036"/>
          <ac:cxnSpMkLst>
            <pc:docMk/>
            <pc:sldMk cId="258272306" sldId="1371"/>
            <ac:cxnSpMk id="32" creationId="{613AE394-4F8C-1AD4-88D5-B72D250EDF32}"/>
          </ac:cxnSpMkLst>
        </pc:cxnChg>
        <pc:cxnChg chg="add del mod">
          <ac:chgData name="THAISINGTAING" userId="a31277fe-ae5d-4f13-bbfe-9b62b612caf2" providerId="ADAL" clId="{3D067C34-98BC-4683-922C-577F120B7BE1}" dt="2023-10-18T02:06:41.847" v="1111" actId="478"/>
          <ac:cxnSpMkLst>
            <pc:docMk/>
            <pc:sldMk cId="258272306" sldId="1371"/>
            <ac:cxnSpMk id="33" creationId="{BA994956-B160-95BF-1F94-74E90259CB52}"/>
          </ac:cxnSpMkLst>
        </pc:cxnChg>
      </pc:sldChg>
      <pc:sldChg chg="add del">
        <pc:chgData name="THAISINGTAING" userId="a31277fe-ae5d-4f13-bbfe-9b62b612caf2" providerId="ADAL" clId="{3D067C34-98BC-4683-922C-577F120B7BE1}" dt="2023-10-18T01:48:44.001" v="713"/>
        <pc:sldMkLst>
          <pc:docMk/>
          <pc:sldMk cId="840322291" sldId="1371"/>
        </pc:sldMkLst>
      </pc:sldChg>
      <pc:sldChg chg="del">
        <pc:chgData name="THAISINGTAING" userId="a31277fe-ae5d-4f13-bbfe-9b62b612caf2" providerId="ADAL" clId="{3D067C34-98BC-4683-922C-577F120B7BE1}" dt="2023-10-18T01:42:32.668" v="164" actId="47"/>
        <pc:sldMkLst>
          <pc:docMk/>
          <pc:sldMk cId="1608324542" sldId="1371"/>
        </pc:sldMkLst>
      </pc:sldChg>
      <pc:sldChg chg="add del">
        <pc:chgData name="THAISINGTAING" userId="a31277fe-ae5d-4f13-bbfe-9b62b612caf2" providerId="ADAL" clId="{3D067C34-98BC-4683-922C-577F120B7BE1}" dt="2023-10-18T06:13:42.772" v="1994"/>
        <pc:sldMkLst>
          <pc:docMk/>
          <pc:sldMk cId="1448771803" sldId="1372"/>
        </pc:sldMkLst>
      </pc:sldChg>
      <pc:sldChg chg="addSp delSp modSp add mod">
        <pc:chgData name="THAISINGTAING" userId="a31277fe-ae5d-4f13-bbfe-9b62b612caf2" providerId="ADAL" clId="{3D067C34-98BC-4683-922C-577F120B7BE1}" dt="2023-10-18T06:15:54.163" v="2056" actId="208"/>
        <pc:sldMkLst>
          <pc:docMk/>
          <pc:sldMk cId="3799212637" sldId="1372"/>
        </pc:sldMkLst>
        <pc:spChg chg="add mod">
          <ac:chgData name="THAISINGTAING" userId="a31277fe-ae5d-4f13-bbfe-9b62b612caf2" providerId="ADAL" clId="{3D067C34-98BC-4683-922C-577F120B7BE1}" dt="2023-10-18T06:14:52.924" v="2027" actId="1076"/>
          <ac:spMkLst>
            <pc:docMk/>
            <pc:sldMk cId="3799212637" sldId="1372"/>
            <ac:spMk id="5" creationId="{5F82E04A-A425-F9C4-C0F9-C93F7681BCBC}"/>
          </ac:spMkLst>
        </pc:spChg>
        <pc:spChg chg="add mod">
          <ac:chgData name="THAISINGTAING" userId="a31277fe-ae5d-4f13-bbfe-9b62b612caf2" providerId="ADAL" clId="{3D067C34-98BC-4683-922C-577F120B7BE1}" dt="2023-10-18T06:15:07.109" v="2037" actId="1076"/>
          <ac:spMkLst>
            <pc:docMk/>
            <pc:sldMk cId="3799212637" sldId="1372"/>
            <ac:spMk id="6" creationId="{65D3AFF3-F3C9-C3CC-8671-A32E128C9344}"/>
          </ac:spMkLst>
        </pc:spChg>
        <pc:spChg chg="add mod">
          <ac:chgData name="THAISINGTAING" userId="a31277fe-ae5d-4f13-bbfe-9b62b612caf2" providerId="ADAL" clId="{3D067C34-98BC-4683-922C-577F120B7BE1}" dt="2023-10-18T06:14:52.924" v="2027" actId="1076"/>
          <ac:spMkLst>
            <pc:docMk/>
            <pc:sldMk cId="3799212637" sldId="1372"/>
            <ac:spMk id="7" creationId="{385916E3-7A8B-DFEB-748B-67292771E1DF}"/>
          </ac:spMkLst>
        </pc:spChg>
        <pc:spChg chg="add mod">
          <ac:chgData name="THAISINGTAING" userId="a31277fe-ae5d-4f13-bbfe-9b62b612caf2" providerId="ADAL" clId="{3D067C34-98BC-4683-922C-577F120B7BE1}" dt="2023-10-18T06:14:52.924" v="2027" actId="1076"/>
          <ac:spMkLst>
            <pc:docMk/>
            <pc:sldMk cId="3799212637" sldId="1372"/>
            <ac:spMk id="8" creationId="{832ECE59-9A4F-734F-B454-B54E3C631D39}"/>
          </ac:spMkLst>
        </pc:spChg>
        <pc:spChg chg="add mod">
          <ac:chgData name="THAISINGTAING" userId="a31277fe-ae5d-4f13-bbfe-9b62b612caf2" providerId="ADAL" clId="{3D067C34-98BC-4683-922C-577F120B7BE1}" dt="2023-10-18T06:14:52.924" v="2027" actId="1076"/>
          <ac:spMkLst>
            <pc:docMk/>
            <pc:sldMk cId="3799212637" sldId="1372"/>
            <ac:spMk id="9" creationId="{7FB552BB-F4AE-FCBE-AC02-0D41773A45F1}"/>
          </ac:spMkLst>
        </pc:spChg>
        <pc:spChg chg="add mod">
          <ac:chgData name="THAISINGTAING" userId="a31277fe-ae5d-4f13-bbfe-9b62b612caf2" providerId="ADAL" clId="{3D067C34-98BC-4683-922C-577F120B7BE1}" dt="2023-10-18T06:15:42.076" v="2055" actId="1076"/>
          <ac:spMkLst>
            <pc:docMk/>
            <pc:sldMk cId="3799212637" sldId="1372"/>
            <ac:spMk id="11" creationId="{35C426F7-8990-110B-52FC-7799F1A4DFF8}"/>
          </ac:spMkLst>
        </pc:spChg>
        <pc:spChg chg="add mod">
          <ac:chgData name="THAISINGTAING" userId="a31277fe-ae5d-4f13-bbfe-9b62b612caf2" providerId="ADAL" clId="{3D067C34-98BC-4683-922C-577F120B7BE1}" dt="2023-10-18T06:15:31.720" v="2052" actId="1076"/>
          <ac:spMkLst>
            <pc:docMk/>
            <pc:sldMk cId="3799212637" sldId="1372"/>
            <ac:spMk id="12" creationId="{9200DE6D-161B-FD6C-45FE-B7E05EDA1849}"/>
          </ac:spMkLst>
        </pc:spChg>
        <pc:spChg chg="add mod">
          <ac:chgData name="THAISINGTAING" userId="a31277fe-ae5d-4f13-bbfe-9b62b612caf2" providerId="ADAL" clId="{3D067C34-98BC-4683-922C-577F120B7BE1}" dt="2023-10-18T06:15:40.309" v="2054" actId="1076"/>
          <ac:spMkLst>
            <pc:docMk/>
            <pc:sldMk cId="3799212637" sldId="1372"/>
            <ac:spMk id="13" creationId="{7961E885-2489-AEFE-B00E-E79082434D28}"/>
          </ac:spMkLst>
        </pc:spChg>
        <pc:spChg chg="add mod">
          <ac:chgData name="THAISINGTAING" userId="a31277fe-ae5d-4f13-bbfe-9b62b612caf2" providerId="ADAL" clId="{3D067C34-98BC-4683-922C-577F120B7BE1}" dt="2023-10-18T06:15:37.067" v="2053" actId="1076"/>
          <ac:spMkLst>
            <pc:docMk/>
            <pc:sldMk cId="3799212637" sldId="1372"/>
            <ac:spMk id="21" creationId="{2F8F84FA-FCA5-DF40-BE0A-2F3A7E47E759}"/>
          </ac:spMkLst>
        </pc:spChg>
        <pc:spChg chg="add mod">
          <ac:chgData name="THAISINGTAING" userId="a31277fe-ae5d-4f13-bbfe-9b62b612caf2" providerId="ADAL" clId="{3D067C34-98BC-4683-922C-577F120B7BE1}" dt="2023-10-18T06:15:19.753" v="2039" actId="1076"/>
          <ac:spMkLst>
            <pc:docMk/>
            <pc:sldMk cId="3799212637" sldId="1372"/>
            <ac:spMk id="22" creationId="{1699E95A-EDAB-8891-8484-1F56D74C7361}"/>
          </ac:spMkLst>
        </pc:spChg>
        <pc:spChg chg="del">
          <ac:chgData name="THAISINGTAING" userId="a31277fe-ae5d-4f13-bbfe-9b62b612caf2" providerId="ADAL" clId="{3D067C34-98BC-4683-922C-577F120B7BE1}" dt="2023-10-18T06:14:03.548" v="2012" actId="478"/>
          <ac:spMkLst>
            <pc:docMk/>
            <pc:sldMk cId="3799212637" sldId="1372"/>
            <ac:spMk id="28" creationId="{C24EA94E-7A60-692E-14A1-5F264012A1F0}"/>
          </ac:spMkLst>
        </pc:spChg>
        <pc:spChg chg="del">
          <ac:chgData name="THAISINGTAING" userId="a31277fe-ae5d-4f13-bbfe-9b62b612caf2" providerId="ADAL" clId="{3D067C34-98BC-4683-922C-577F120B7BE1}" dt="2023-10-18T06:14:00.131" v="2009" actId="478"/>
          <ac:spMkLst>
            <pc:docMk/>
            <pc:sldMk cId="3799212637" sldId="1372"/>
            <ac:spMk id="36" creationId="{21E6DD41-CF97-1A6C-8962-4A7D10F83F29}"/>
          </ac:spMkLst>
        </pc:spChg>
        <pc:spChg chg="del">
          <ac:chgData name="THAISINGTAING" userId="a31277fe-ae5d-4f13-bbfe-9b62b612caf2" providerId="ADAL" clId="{3D067C34-98BC-4683-922C-577F120B7BE1}" dt="2023-10-18T06:14:02.476" v="2011" actId="478"/>
          <ac:spMkLst>
            <pc:docMk/>
            <pc:sldMk cId="3799212637" sldId="1372"/>
            <ac:spMk id="37" creationId="{66234693-5AE4-8A7B-EA74-F37D6E5C2BB9}"/>
          </ac:spMkLst>
        </pc:spChg>
        <pc:spChg chg="del">
          <ac:chgData name="THAISINGTAING" userId="a31277fe-ae5d-4f13-bbfe-9b62b612caf2" providerId="ADAL" clId="{3D067C34-98BC-4683-922C-577F120B7BE1}" dt="2023-10-18T06:13:50.186" v="2000" actId="478"/>
          <ac:spMkLst>
            <pc:docMk/>
            <pc:sldMk cId="3799212637" sldId="1372"/>
            <ac:spMk id="40" creationId="{2959B849-422E-D7D1-E1A5-6A231C97D747}"/>
          </ac:spMkLst>
        </pc:spChg>
        <pc:spChg chg="del">
          <ac:chgData name="THAISINGTAING" userId="a31277fe-ae5d-4f13-bbfe-9b62b612caf2" providerId="ADAL" clId="{3D067C34-98BC-4683-922C-577F120B7BE1}" dt="2023-10-18T06:13:58.843" v="2008" actId="478"/>
          <ac:spMkLst>
            <pc:docMk/>
            <pc:sldMk cId="3799212637" sldId="1372"/>
            <ac:spMk id="43" creationId="{C295E0A9-FD5E-E65C-2F5D-BE7AA394CC7C}"/>
          </ac:spMkLst>
        </pc:spChg>
        <pc:spChg chg="del">
          <ac:chgData name="THAISINGTAING" userId="a31277fe-ae5d-4f13-bbfe-9b62b612caf2" providerId="ADAL" clId="{3D067C34-98BC-4683-922C-577F120B7BE1}" dt="2023-10-18T06:13:56.867" v="2006" actId="478"/>
          <ac:spMkLst>
            <pc:docMk/>
            <pc:sldMk cId="3799212637" sldId="1372"/>
            <ac:spMk id="44" creationId="{67C519C0-F18B-67F3-3EAE-217B0BA04A67}"/>
          </ac:spMkLst>
        </pc:spChg>
        <pc:picChg chg="add mod">
          <ac:chgData name="THAISINGTAING" userId="a31277fe-ae5d-4f13-bbfe-9b62b612caf2" providerId="ADAL" clId="{3D067C34-98BC-4683-922C-577F120B7BE1}" dt="2023-10-18T06:14:36.391" v="2024" actId="1076"/>
          <ac:picMkLst>
            <pc:docMk/>
            <pc:sldMk cId="3799212637" sldId="1372"/>
            <ac:picMk id="3" creationId="{8C78A586-1DC2-8206-0424-9630FE6D9956}"/>
          </ac:picMkLst>
        </pc:picChg>
        <pc:picChg chg="add mod">
          <ac:chgData name="THAISINGTAING" userId="a31277fe-ae5d-4f13-bbfe-9b62b612caf2" providerId="ADAL" clId="{3D067C34-98BC-4683-922C-577F120B7BE1}" dt="2023-10-18T06:15:54.163" v="2056" actId="208"/>
          <ac:picMkLst>
            <pc:docMk/>
            <pc:sldMk cId="3799212637" sldId="1372"/>
            <ac:picMk id="4" creationId="{BA5650DC-C770-799C-DFC7-EC97FF5AAE38}"/>
          </ac:picMkLst>
        </pc:picChg>
        <pc:picChg chg="del">
          <ac:chgData name="THAISINGTAING" userId="a31277fe-ae5d-4f13-bbfe-9b62b612caf2" providerId="ADAL" clId="{3D067C34-98BC-4683-922C-577F120B7BE1}" dt="2023-10-18T06:13:47.322" v="1996" actId="478"/>
          <ac:picMkLst>
            <pc:docMk/>
            <pc:sldMk cId="3799212637" sldId="1372"/>
            <ac:picMk id="14" creationId="{F2035732-6B9A-6643-5C4E-32441C0F93C0}"/>
          </ac:picMkLst>
        </pc:picChg>
        <pc:picChg chg="del">
          <ac:chgData name="THAISINGTAING" userId="a31277fe-ae5d-4f13-bbfe-9b62b612caf2" providerId="ADAL" clId="{3D067C34-98BC-4683-922C-577F120B7BE1}" dt="2023-10-18T06:13:52.946" v="2003" actId="478"/>
          <ac:picMkLst>
            <pc:docMk/>
            <pc:sldMk cId="3799212637" sldId="1372"/>
            <ac:picMk id="15" creationId="{A7E999D8-F443-3856-16A7-07CE37C936DD}"/>
          </ac:picMkLst>
        </pc:picChg>
        <pc:picChg chg="del">
          <ac:chgData name="THAISINGTAING" userId="a31277fe-ae5d-4f13-bbfe-9b62b612caf2" providerId="ADAL" clId="{3D067C34-98BC-4683-922C-577F120B7BE1}" dt="2023-10-18T06:13:57.659" v="2007" actId="478"/>
          <ac:picMkLst>
            <pc:docMk/>
            <pc:sldMk cId="3799212637" sldId="1372"/>
            <ac:picMk id="16" creationId="{20ED4B17-EA83-4834-8283-AF338AEAB321}"/>
          </ac:picMkLst>
        </pc:picChg>
        <pc:picChg chg="del">
          <ac:chgData name="THAISINGTAING" userId="a31277fe-ae5d-4f13-bbfe-9b62b612caf2" providerId="ADAL" clId="{3D067C34-98BC-4683-922C-577F120B7BE1}" dt="2023-10-18T06:13:49.290" v="1999" actId="478"/>
          <ac:picMkLst>
            <pc:docMk/>
            <pc:sldMk cId="3799212637" sldId="1372"/>
            <ac:picMk id="29" creationId="{22A6897F-D7D2-8547-3FF5-59CE55F6824F}"/>
          </ac:picMkLst>
        </pc:picChg>
        <pc:picChg chg="del">
          <ac:chgData name="THAISINGTAING" userId="a31277fe-ae5d-4f13-bbfe-9b62b612caf2" providerId="ADAL" clId="{3D067C34-98BC-4683-922C-577F120B7BE1}" dt="2023-10-18T06:13:48.810" v="1998" actId="478"/>
          <ac:picMkLst>
            <pc:docMk/>
            <pc:sldMk cId="3799212637" sldId="1372"/>
            <ac:picMk id="30" creationId="{E2326C83-C9E0-519C-98AB-6C4EF7C9FB5C}"/>
          </ac:picMkLst>
        </pc:picChg>
        <pc:picChg chg="del">
          <ac:chgData name="THAISINGTAING" userId="a31277fe-ae5d-4f13-bbfe-9b62b612caf2" providerId="ADAL" clId="{3D067C34-98BC-4683-922C-577F120B7BE1}" dt="2023-10-18T06:14:00.603" v="2010" actId="478"/>
          <ac:picMkLst>
            <pc:docMk/>
            <pc:sldMk cId="3799212637" sldId="1372"/>
            <ac:picMk id="31" creationId="{7A42926B-EDC1-3DDB-E038-7E892F693C2B}"/>
          </ac:picMkLst>
        </pc:picChg>
        <pc:cxnChg chg="del">
          <ac:chgData name="THAISINGTAING" userId="a31277fe-ae5d-4f13-bbfe-9b62b612caf2" providerId="ADAL" clId="{3D067C34-98BC-4683-922C-577F120B7BE1}" dt="2023-10-18T06:14:04.644" v="2013" actId="478"/>
          <ac:cxnSpMkLst>
            <pc:docMk/>
            <pc:sldMk cId="3799212637" sldId="1372"/>
            <ac:cxnSpMk id="17" creationId="{9B390CD1-5E59-F65E-2A62-10E2CF768DDB}"/>
          </ac:cxnSpMkLst>
        </pc:cxnChg>
        <pc:cxnChg chg="del">
          <ac:chgData name="THAISINGTAING" userId="a31277fe-ae5d-4f13-bbfe-9b62b612caf2" providerId="ADAL" clId="{3D067C34-98BC-4683-922C-577F120B7BE1}" dt="2023-10-18T06:13:51.266" v="2001" actId="478"/>
          <ac:cxnSpMkLst>
            <pc:docMk/>
            <pc:sldMk cId="3799212637" sldId="1372"/>
            <ac:cxnSpMk id="18" creationId="{A32073FD-A427-D836-7B11-7B04D3A6FFEA}"/>
          </ac:cxnSpMkLst>
        </pc:cxnChg>
        <pc:cxnChg chg="del">
          <ac:chgData name="THAISINGTAING" userId="a31277fe-ae5d-4f13-bbfe-9b62b612caf2" providerId="ADAL" clId="{3D067C34-98BC-4683-922C-577F120B7BE1}" dt="2023-10-18T06:13:52.354" v="2002" actId="478"/>
          <ac:cxnSpMkLst>
            <pc:docMk/>
            <pc:sldMk cId="3799212637" sldId="1372"/>
            <ac:cxnSpMk id="19" creationId="{B58B30A3-5B2D-107E-AC20-D9A5E2777C2A}"/>
          </ac:cxnSpMkLst>
        </pc:cxnChg>
        <pc:cxnChg chg="add del mod">
          <ac:chgData name="THAISINGTAING" userId="a31277fe-ae5d-4f13-bbfe-9b62b612caf2" providerId="ADAL" clId="{3D067C34-98BC-4683-922C-577F120B7BE1}" dt="2023-10-18T06:14:55.409" v="2028" actId="14100"/>
          <ac:cxnSpMkLst>
            <pc:docMk/>
            <pc:sldMk cId="3799212637" sldId="1372"/>
            <ac:cxnSpMk id="20" creationId="{946C096F-270D-8FDE-4009-B94495CC3A5A}"/>
          </ac:cxnSpMkLst>
        </pc:cxnChg>
        <pc:cxnChg chg="del">
          <ac:chgData name="THAISINGTAING" userId="a31277fe-ae5d-4f13-bbfe-9b62b612caf2" providerId="ADAL" clId="{3D067C34-98BC-4683-922C-577F120B7BE1}" dt="2023-10-18T06:13:48.322" v="1997" actId="478"/>
          <ac:cxnSpMkLst>
            <pc:docMk/>
            <pc:sldMk cId="3799212637" sldId="1372"/>
            <ac:cxnSpMk id="32" creationId="{613AE394-4F8C-1AD4-88D5-B72D250EDF32}"/>
          </ac:cxnSpMkLst>
        </pc:cxnChg>
      </pc:sldChg>
    </pc:docChg>
  </pc:docChgLst>
  <pc:docChgLst>
    <pc:chgData name="THAISINGTAING" userId="a31277fe-ae5d-4f13-bbfe-9b62b612caf2" providerId="ADAL" clId="{BD027425-100B-4ADE-A01F-D98BD7E75827}"/>
    <pc:docChg chg="undo redo custSel addSld delSld modSld">
      <pc:chgData name="THAISINGTAING" userId="a31277fe-ae5d-4f13-bbfe-9b62b612caf2" providerId="ADAL" clId="{BD027425-100B-4ADE-A01F-D98BD7E75827}" dt="2023-09-11T04:13:37.945" v="2714" actId="20577"/>
      <pc:docMkLst>
        <pc:docMk/>
      </pc:docMkLst>
      <pc:sldChg chg="del">
        <pc:chgData name="THAISINGTAING" userId="a31277fe-ae5d-4f13-bbfe-9b62b612caf2" providerId="ADAL" clId="{BD027425-100B-4ADE-A01F-D98BD7E75827}" dt="2023-09-11T03:26:32.133" v="32" actId="47"/>
        <pc:sldMkLst>
          <pc:docMk/>
          <pc:sldMk cId="3678562242" sldId="258"/>
        </pc:sldMkLst>
      </pc:sldChg>
      <pc:sldChg chg="del">
        <pc:chgData name="THAISINGTAING" userId="a31277fe-ae5d-4f13-bbfe-9b62b612caf2" providerId="ADAL" clId="{BD027425-100B-4ADE-A01F-D98BD7E75827}" dt="2023-09-11T03:26:29.860" v="31" actId="47"/>
        <pc:sldMkLst>
          <pc:docMk/>
          <pc:sldMk cId="3772586797" sldId="898"/>
        </pc:sldMkLst>
      </pc:sldChg>
      <pc:sldChg chg="add del">
        <pc:chgData name="THAISINGTAING" userId="a31277fe-ae5d-4f13-bbfe-9b62b612caf2" providerId="ADAL" clId="{BD027425-100B-4ADE-A01F-D98BD7E75827}" dt="2023-09-11T03:26:16.181" v="17" actId="47"/>
        <pc:sldMkLst>
          <pc:docMk/>
          <pc:sldMk cId="709086142" sldId="918"/>
        </pc:sldMkLst>
      </pc:sldChg>
      <pc:sldChg chg="del">
        <pc:chgData name="THAISINGTAING" userId="a31277fe-ae5d-4f13-bbfe-9b62b612caf2" providerId="ADAL" clId="{BD027425-100B-4ADE-A01F-D98BD7E75827}" dt="2023-09-11T03:26:17.511" v="18" actId="47"/>
        <pc:sldMkLst>
          <pc:docMk/>
          <pc:sldMk cId="1801185579" sldId="920"/>
        </pc:sldMkLst>
      </pc:sldChg>
      <pc:sldChg chg="del">
        <pc:chgData name="THAISINGTAING" userId="a31277fe-ae5d-4f13-bbfe-9b62b612caf2" providerId="ADAL" clId="{BD027425-100B-4ADE-A01F-D98BD7E75827}" dt="2023-09-11T03:26:18.328" v="19" actId="47"/>
        <pc:sldMkLst>
          <pc:docMk/>
          <pc:sldMk cId="64054720" sldId="921"/>
        </pc:sldMkLst>
      </pc:sldChg>
      <pc:sldChg chg="add del">
        <pc:chgData name="THAISINGTAING" userId="a31277fe-ae5d-4f13-bbfe-9b62b612caf2" providerId="ADAL" clId="{BD027425-100B-4ADE-A01F-D98BD7E75827}" dt="2023-09-11T03:26:15.481" v="16" actId="47"/>
        <pc:sldMkLst>
          <pc:docMk/>
          <pc:sldMk cId="2597760138" sldId="922"/>
        </pc:sldMkLst>
      </pc:sldChg>
      <pc:sldChg chg="add del">
        <pc:chgData name="THAISINGTAING" userId="a31277fe-ae5d-4f13-bbfe-9b62b612caf2" providerId="ADAL" clId="{BD027425-100B-4ADE-A01F-D98BD7E75827}" dt="2023-09-11T03:26:15.204" v="15" actId="47"/>
        <pc:sldMkLst>
          <pc:docMk/>
          <pc:sldMk cId="857584904" sldId="928"/>
        </pc:sldMkLst>
      </pc:sldChg>
      <pc:sldChg chg="del">
        <pc:chgData name="THAISINGTAING" userId="a31277fe-ae5d-4f13-bbfe-9b62b612caf2" providerId="ADAL" clId="{BD027425-100B-4ADE-A01F-D98BD7E75827}" dt="2023-09-11T03:25:55.271" v="1" actId="47"/>
        <pc:sldMkLst>
          <pc:docMk/>
          <pc:sldMk cId="2420201857" sldId="1335"/>
        </pc:sldMkLst>
      </pc:sldChg>
      <pc:sldChg chg="del">
        <pc:chgData name="THAISINGTAING" userId="a31277fe-ae5d-4f13-bbfe-9b62b612caf2" providerId="ADAL" clId="{BD027425-100B-4ADE-A01F-D98BD7E75827}" dt="2023-09-11T03:25:54.902" v="0" actId="47"/>
        <pc:sldMkLst>
          <pc:docMk/>
          <pc:sldMk cId="1711508880" sldId="1336"/>
        </pc:sldMkLst>
      </pc:sldChg>
      <pc:sldChg chg="del">
        <pc:chgData name="THAISINGTAING" userId="a31277fe-ae5d-4f13-bbfe-9b62b612caf2" providerId="ADAL" clId="{BD027425-100B-4ADE-A01F-D98BD7E75827}" dt="2023-09-11T03:26:25.097" v="24" actId="47"/>
        <pc:sldMkLst>
          <pc:docMk/>
          <pc:sldMk cId="3371161589" sldId="1342"/>
        </pc:sldMkLst>
      </pc:sldChg>
      <pc:sldChg chg="del">
        <pc:chgData name="THAISINGTAING" userId="a31277fe-ae5d-4f13-bbfe-9b62b612caf2" providerId="ADAL" clId="{BD027425-100B-4ADE-A01F-D98BD7E75827}" dt="2023-09-11T03:25:55.482" v="2" actId="47"/>
        <pc:sldMkLst>
          <pc:docMk/>
          <pc:sldMk cId="320374488" sldId="1343"/>
        </pc:sldMkLst>
      </pc:sldChg>
      <pc:sldChg chg="del">
        <pc:chgData name="THAISINGTAING" userId="a31277fe-ae5d-4f13-bbfe-9b62b612caf2" providerId="ADAL" clId="{BD027425-100B-4ADE-A01F-D98BD7E75827}" dt="2023-09-11T03:25:55.757" v="3" actId="47"/>
        <pc:sldMkLst>
          <pc:docMk/>
          <pc:sldMk cId="1766633769" sldId="1344"/>
        </pc:sldMkLst>
      </pc:sldChg>
      <pc:sldChg chg="del">
        <pc:chgData name="THAISINGTAING" userId="a31277fe-ae5d-4f13-bbfe-9b62b612caf2" providerId="ADAL" clId="{BD027425-100B-4ADE-A01F-D98BD7E75827}" dt="2023-09-11T03:25:56.043" v="4" actId="47"/>
        <pc:sldMkLst>
          <pc:docMk/>
          <pc:sldMk cId="3883036980" sldId="1345"/>
        </pc:sldMkLst>
      </pc:sldChg>
      <pc:sldChg chg="del">
        <pc:chgData name="THAISINGTAING" userId="a31277fe-ae5d-4f13-bbfe-9b62b612caf2" providerId="ADAL" clId="{BD027425-100B-4ADE-A01F-D98BD7E75827}" dt="2023-09-11T03:26:25.578" v="26" actId="47"/>
        <pc:sldMkLst>
          <pc:docMk/>
          <pc:sldMk cId="2846179929" sldId="1348"/>
        </pc:sldMkLst>
      </pc:sldChg>
      <pc:sldChg chg="del">
        <pc:chgData name="THAISINGTAING" userId="a31277fe-ae5d-4f13-bbfe-9b62b612caf2" providerId="ADAL" clId="{BD027425-100B-4ADE-A01F-D98BD7E75827}" dt="2023-09-11T03:26:25.353" v="25" actId="47"/>
        <pc:sldMkLst>
          <pc:docMk/>
          <pc:sldMk cId="2034762179" sldId="1349"/>
        </pc:sldMkLst>
      </pc:sldChg>
      <pc:sldChg chg="del">
        <pc:chgData name="THAISINGTAING" userId="a31277fe-ae5d-4f13-bbfe-9b62b612caf2" providerId="ADAL" clId="{BD027425-100B-4ADE-A01F-D98BD7E75827}" dt="2023-09-11T03:25:56.328" v="5" actId="47"/>
        <pc:sldMkLst>
          <pc:docMk/>
          <pc:sldMk cId="848521013" sldId="1351"/>
        </pc:sldMkLst>
      </pc:sldChg>
      <pc:sldChg chg="add del">
        <pc:chgData name="THAISINGTAING" userId="a31277fe-ae5d-4f13-bbfe-9b62b612caf2" providerId="ADAL" clId="{BD027425-100B-4ADE-A01F-D98BD7E75827}" dt="2023-09-11T03:26:14.978" v="14" actId="47"/>
        <pc:sldMkLst>
          <pc:docMk/>
          <pc:sldMk cId="1557666907" sldId="1352"/>
        </pc:sldMkLst>
      </pc:sldChg>
      <pc:sldChg chg="del">
        <pc:chgData name="THAISINGTAING" userId="a31277fe-ae5d-4f13-bbfe-9b62b612caf2" providerId="ADAL" clId="{BD027425-100B-4ADE-A01F-D98BD7E75827}" dt="2023-09-11T03:26:24.715" v="23" actId="47"/>
        <pc:sldMkLst>
          <pc:docMk/>
          <pc:sldMk cId="98558033" sldId="1366"/>
        </pc:sldMkLst>
      </pc:sldChg>
      <pc:sldChg chg="del">
        <pc:chgData name="THAISINGTAING" userId="a31277fe-ae5d-4f13-bbfe-9b62b612caf2" providerId="ADAL" clId="{BD027425-100B-4ADE-A01F-D98BD7E75827}" dt="2023-09-11T03:26:24.120" v="22" actId="47"/>
        <pc:sldMkLst>
          <pc:docMk/>
          <pc:sldMk cId="384494400" sldId="1367"/>
        </pc:sldMkLst>
      </pc:sldChg>
      <pc:sldChg chg="addSp delSp modSp mod">
        <pc:chgData name="THAISINGTAING" userId="a31277fe-ae5d-4f13-bbfe-9b62b612caf2" providerId="ADAL" clId="{BD027425-100B-4ADE-A01F-D98BD7E75827}" dt="2023-09-11T04:13:37.945" v="2714" actId="20577"/>
        <pc:sldMkLst>
          <pc:docMk/>
          <pc:sldMk cId="182838673" sldId="1369"/>
        </pc:sldMkLst>
        <pc:spChg chg="mod">
          <ac:chgData name="THAISINGTAING" userId="a31277fe-ae5d-4f13-bbfe-9b62b612caf2" providerId="ADAL" clId="{BD027425-100B-4ADE-A01F-D98BD7E75827}" dt="2023-09-11T03:28:51.027" v="68" actId="20577"/>
          <ac:spMkLst>
            <pc:docMk/>
            <pc:sldMk cId="182838673" sldId="1369"/>
            <ac:spMk id="2" creationId="{E219B80C-EC08-22D5-2D1C-567E1681689C}"/>
          </ac:spMkLst>
        </pc:spChg>
        <pc:spChg chg="add del mod">
          <ac:chgData name="THAISINGTAING" userId="a31277fe-ae5d-4f13-bbfe-9b62b612caf2" providerId="ADAL" clId="{BD027425-100B-4ADE-A01F-D98BD7E75827}" dt="2023-09-11T03:29:17.711" v="73" actId="478"/>
          <ac:spMkLst>
            <pc:docMk/>
            <pc:sldMk cId="182838673" sldId="1369"/>
            <ac:spMk id="3" creationId="{6F2617EE-B764-FB34-0A43-8CD74EBFF44F}"/>
          </ac:spMkLst>
        </pc:spChg>
        <pc:spChg chg="del mod">
          <ac:chgData name="THAISINGTAING" userId="a31277fe-ae5d-4f13-bbfe-9b62b612caf2" providerId="ADAL" clId="{BD027425-100B-4ADE-A01F-D98BD7E75827}" dt="2023-09-11T03:50:07.604" v="750" actId="478"/>
          <ac:spMkLst>
            <pc:docMk/>
            <pc:sldMk cId="182838673" sldId="1369"/>
            <ac:spMk id="4" creationId="{A4915004-9609-C501-8BA5-BBF01CF36EE7}"/>
          </ac:spMkLst>
        </pc:spChg>
        <pc:spChg chg="del">
          <ac:chgData name="THAISINGTAING" userId="a31277fe-ae5d-4f13-bbfe-9b62b612caf2" providerId="ADAL" clId="{BD027425-100B-4ADE-A01F-D98BD7E75827}" dt="2023-09-11T03:50:05.860" v="749" actId="478"/>
          <ac:spMkLst>
            <pc:docMk/>
            <pc:sldMk cId="182838673" sldId="1369"/>
            <ac:spMk id="5" creationId="{D7F78613-0FE9-FE30-3F30-211EB8E27E16}"/>
          </ac:spMkLst>
        </pc:spChg>
        <pc:spChg chg="add del mod ord">
          <ac:chgData name="THAISINGTAING" userId="a31277fe-ae5d-4f13-bbfe-9b62b612caf2" providerId="ADAL" clId="{BD027425-100B-4ADE-A01F-D98BD7E75827}" dt="2023-09-11T03:30:17.513" v="88" actId="11529"/>
          <ac:spMkLst>
            <pc:docMk/>
            <pc:sldMk cId="182838673" sldId="1369"/>
            <ac:spMk id="8" creationId="{90665680-B62C-9CD6-ED85-9EEA18CB81ED}"/>
          </ac:spMkLst>
        </pc:spChg>
        <pc:spChg chg="add mod">
          <ac:chgData name="THAISINGTAING" userId="a31277fe-ae5d-4f13-bbfe-9b62b612caf2" providerId="ADAL" clId="{BD027425-100B-4ADE-A01F-D98BD7E75827}" dt="2023-09-11T03:50:16.309" v="756" actId="1036"/>
          <ac:spMkLst>
            <pc:docMk/>
            <pc:sldMk cId="182838673" sldId="1369"/>
            <ac:spMk id="10" creationId="{0B365FBE-294C-E81B-A389-338C51C94B90}"/>
          </ac:spMkLst>
        </pc:spChg>
        <pc:spChg chg="add del">
          <ac:chgData name="THAISINGTAING" userId="a31277fe-ae5d-4f13-bbfe-9b62b612caf2" providerId="ADAL" clId="{BD027425-100B-4ADE-A01F-D98BD7E75827}" dt="2023-09-11T03:29:47.377" v="80" actId="34124"/>
          <ac:spMkLst>
            <pc:docMk/>
            <pc:sldMk cId="182838673" sldId="1369"/>
            <ac:spMk id="11" creationId="{47B1E749-2783-4AC8-85B9-8C8A5D5DFBF1}"/>
          </ac:spMkLst>
        </pc:spChg>
        <pc:spChg chg="add del">
          <ac:chgData name="THAISINGTAING" userId="a31277fe-ae5d-4f13-bbfe-9b62b612caf2" providerId="ADAL" clId="{BD027425-100B-4ADE-A01F-D98BD7E75827}" dt="2023-09-11T03:29:32.089" v="76" actId="34122"/>
          <ac:spMkLst>
            <pc:docMk/>
            <pc:sldMk cId="182838673" sldId="1369"/>
            <ac:spMk id="11" creationId="{630D5470-3660-4CC4-8823-B80569CB442B}"/>
          </ac:spMkLst>
        </pc:spChg>
        <pc:spChg chg="del">
          <ac:chgData name="THAISINGTAING" userId="a31277fe-ae5d-4f13-bbfe-9b62b612caf2" providerId="ADAL" clId="{BD027425-100B-4ADE-A01F-D98BD7E75827}" dt="2023-09-11T03:28:27.048" v="37" actId="478"/>
          <ac:spMkLst>
            <pc:docMk/>
            <pc:sldMk cId="182838673" sldId="1369"/>
            <ac:spMk id="15" creationId="{6F4BC9F6-02D2-9F26-0A86-A1590470D27A}"/>
          </ac:spMkLst>
        </pc:spChg>
        <pc:spChg chg="del">
          <ac:chgData name="THAISINGTAING" userId="a31277fe-ae5d-4f13-bbfe-9b62b612caf2" providerId="ADAL" clId="{BD027425-100B-4ADE-A01F-D98BD7E75827}" dt="2023-09-11T03:28:26.144" v="36" actId="478"/>
          <ac:spMkLst>
            <pc:docMk/>
            <pc:sldMk cId="182838673" sldId="1369"/>
            <ac:spMk id="18" creationId="{54B5D1C2-64D5-FA2A-CF82-0393064F0943}"/>
          </ac:spMkLst>
        </pc:spChg>
        <pc:spChg chg="del">
          <ac:chgData name="THAISINGTAING" userId="a31277fe-ae5d-4f13-bbfe-9b62b612caf2" providerId="ADAL" clId="{BD027425-100B-4ADE-A01F-D98BD7E75827}" dt="2023-09-11T03:28:21.857" v="33" actId="478"/>
          <ac:spMkLst>
            <pc:docMk/>
            <pc:sldMk cId="182838673" sldId="1369"/>
            <ac:spMk id="20" creationId="{A8DDA636-75E6-2791-0348-E0E4818EE507}"/>
          </ac:spMkLst>
        </pc:spChg>
        <pc:spChg chg="add mod">
          <ac:chgData name="THAISINGTAING" userId="a31277fe-ae5d-4f13-bbfe-9b62b612caf2" providerId="ADAL" clId="{BD027425-100B-4ADE-A01F-D98BD7E75827}" dt="2023-09-11T03:44:55.769" v="419" actId="1038"/>
          <ac:spMkLst>
            <pc:docMk/>
            <pc:sldMk cId="182838673" sldId="1369"/>
            <ac:spMk id="21" creationId="{BC10165D-C6BD-9BAA-1BED-F1DCF70B633F}"/>
          </ac:spMkLst>
        </pc:spChg>
        <pc:spChg chg="del">
          <ac:chgData name="THAISINGTAING" userId="a31277fe-ae5d-4f13-bbfe-9b62b612caf2" providerId="ADAL" clId="{BD027425-100B-4ADE-A01F-D98BD7E75827}" dt="2023-09-11T03:28:22.935" v="34" actId="478"/>
          <ac:spMkLst>
            <pc:docMk/>
            <pc:sldMk cId="182838673" sldId="1369"/>
            <ac:spMk id="22" creationId="{BA409090-ADD5-E32C-5661-59B7C02AADBC}"/>
          </ac:spMkLst>
        </pc:spChg>
        <pc:spChg chg="del">
          <ac:chgData name="THAISINGTAING" userId="a31277fe-ae5d-4f13-bbfe-9b62b612caf2" providerId="ADAL" clId="{BD027425-100B-4ADE-A01F-D98BD7E75827}" dt="2023-09-11T03:28:24.200" v="35" actId="478"/>
          <ac:spMkLst>
            <pc:docMk/>
            <pc:sldMk cId="182838673" sldId="1369"/>
            <ac:spMk id="23" creationId="{A36A2AE4-94D2-F173-AB45-A4C46106CACF}"/>
          </ac:spMkLst>
        </pc:spChg>
        <pc:spChg chg="add del">
          <ac:chgData name="THAISINGTAING" userId="a31277fe-ae5d-4f13-bbfe-9b62b612caf2" providerId="ADAL" clId="{BD027425-100B-4ADE-A01F-D98BD7E75827}" dt="2023-09-11T03:45:54.505" v="434" actId="22"/>
          <ac:spMkLst>
            <pc:docMk/>
            <pc:sldMk cId="182838673" sldId="1369"/>
            <ac:spMk id="28" creationId="{B052DB76-5A4D-284A-1742-E239D1413511}"/>
          </ac:spMkLst>
        </pc:spChg>
        <pc:spChg chg="add del mod">
          <ac:chgData name="THAISINGTAING" userId="a31277fe-ae5d-4f13-bbfe-9b62b612caf2" providerId="ADAL" clId="{BD027425-100B-4ADE-A01F-D98BD7E75827}" dt="2023-09-11T03:51:57.739" v="918"/>
          <ac:spMkLst>
            <pc:docMk/>
            <pc:sldMk cId="182838673" sldId="1369"/>
            <ac:spMk id="30" creationId="{B7D1ECDC-0D65-1EA4-A167-351D06437089}"/>
          </ac:spMkLst>
        </pc:spChg>
        <pc:spChg chg="add del mod">
          <ac:chgData name="THAISINGTAING" userId="a31277fe-ae5d-4f13-bbfe-9b62b612caf2" providerId="ADAL" clId="{BD027425-100B-4ADE-A01F-D98BD7E75827}" dt="2023-09-11T03:47:05.717" v="621"/>
          <ac:spMkLst>
            <pc:docMk/>
            <pc:sldMk cId="182838673" sldId="1369"/>
            <ac:spMk id="31" creationId="{F0A47C2D-7F36-72C7-785F-8F1D21DD3B7C}"/>
          </ac:spMkLst>
        </pc:spChg>
        <pc:spChg chg="add mod">
          <ac:chgData name="THAISINGTAING" userId="a31277fe-ae5d-4f13-bbfe-9b62b612caf2" providerId="ADAL" clId="{BD027425-100B-4ADE-A01F-D98BD7E75827}" dt="2023-09-11T03:49:09.839" v="736" actId="1076"/>
          <ac:spMkLst>
            <pc:docMk/>
            <pc:sldMk cId="182838673" sldId="1369"/>
            <ac:spMk id="32" creationId="{72675C41-B702-0DE7-6AE0-CDBBB3E529E6}"/>
          </ac:spMkLst>
        </pc:spChg>
        <pc:spChg chg="add del mod">
          <ac:chgData name="THAISINGTAING" userId="a31277fe-ae5d-4f13-bbfe-9b62b612caf2" providerId="ADAL" clId="{BD027425-100B-4ADE-A01F-D98BD7E75827}" dt="2023-09-11T03:49:53.741" v="746"/>
          <ac:spMkLst>
            <pc:docMk/>
            <pc:sldMk cId="182838673" sldId="1369"/>
            <ac:spMk id="33" creationId="{A0C442C1-D268-993F-E13F-5F9AC904839A}"/>
          </ac:spMkLst>
        </pc:spChg>
        <pc:spChg chg="add del mod">
          <ac:chgData name="THAISINGTAING" userId="a31277fe-ae5d-4f13-bbfe-9b62b612caf2" providerId="ADAL" clId="{BD027425-100B-4ADE-A01F-D98BD7E75827}" dt="2023-09-11T03:50:53.939" v="803" actId="20577"/>
          <ac:spMkLst>
            <pc:docMk/>
            <pc:sldMk cId="182838673" sldId="1369"/>
            <ac:spMk id="34" creationId="{9475E668-83F7-1E0B-F56B-6B434374D4C8}"/>
          </ac:spMkLst>
        </pc:spChg>
        <pc:spChg chg="add del mod">
          <ac:chgData name="THAISINGTAING" userId="a31277fe-ae5d-4f13-bbfe-9b62b612caf2" providerId="ADAL" clId="{BD027425-100B-4ADE-A01F-D98BD7E75827}" dt="2023-09-11T04:13:37.945" v="2714" actId="20577"/>
          <ac:spMkLst>
            <pc:docMk/>
            <pc:sldMk cId="182838673" sldId="1369"/>
            <ac:spMk id="35" creationId="{ECDDDE97-D21E-BF4E-BF95-ADBA16E2B736}"/>
          </ac:spMkLst>
        </pc:spChg>
        <pc:picChg chg="add mod modCrop">
          <ac:chgData name="THAISINGTAING" userId="a31277fe-ae5d-4f13-bbfe-9b62b612caf2" providerId="ADAL" clId="{BD027425-100B-4ADE-A01F-D98BD7E75827}" dt="2023-09-11T04:13:09.302" v="2703" actId="1076"/>
          <ac:picMkLst>
            <pc:docMk/>
            <pc:sldMk cId="182838673" sldId="1369"/>
            <ac:picMk id="4" creationId="{4C6A7D7D-4801-6415-D0F6-32F572778BBF}"/>
          </ac:picMkLst>
        </pc:picChg>
        <pc:picChg chg="mod ord">
          <ac:chgData name="THAISINGTAING" userId="a31277fe-ae5d-4f13-bbfe-9b62b612caf2" providerId="ADAL" clId="{BD027425-100B-4ADE-A01F-D98BD7E75827}" dt="2023-09-11T03:50:16.309" v="756" actId="1036"/>
          <ac:picMkLst>
            <pc:docMk/>
            <pc:sldMk cId="182838673" sldId="1369"/>
            <ac:picMk id="9" creationId="{F323E33F-425D-B288-96DD-59BC6D0EA913}"/>
          </ac:picMkLst>
        </pc:picChg>
        <pc:picChg chg="add mod modCrop">
          <ac:chgData name="THAISINGTAING" userId="a31277fe-ae5d-4f13-bbfe-9b62b612caf2" providerId="ADAL" clId="{BD027425-100B-4ADE-A01F-D98BD7E75827}" dt="2023-09-11T03:44:58.310" v="420" actId="1076"/>
          <ac:picMkLst>
            <pc:docMk/>
            <pc:sldMk cId="182838673" sldId="1369"/>
            <ac:picMk id="13" creationId="{BC26A08B-5EF7-FEC5-360D-72C564EEBDA6}"/>
          </ac:picMkLst>
        </pc:picChg>
        <pc:picChg chg="add del mod modCrop">
          <ac:chgData name="THAISINGTAING" userId="a31277fe-ae5d-4f13-bbfe-9b62b612caf2" providerId="ADAL" clId="{BD027425-100B-4ADE-A01F-D98BD7E75827}" dt="2023-09-11T04:12:54.738" v="2698" actId="478"/>
          <ac:picMkLst>
            <pc:docMk/>
            <pc:sldMk cId="182838673" sldId="1369"/>
            <ac:picMk id="16" creationId="{7527B404-96E0-D8A2-3920-874092B618A1}"/>
          </ac:picMkLst>
        </pc:picChg>
        <pc:picChg chg="add mod modCrop">
          <ac:chgData name="THAISINGTAING" userId="a31277fe-ae5d-4f13-bbfe-9b62b612caf2" providerId="ADAL" clId="{BD027425-100B-4ADE-A01F-D98BD7E75827}" dt="2023-09-11T03:44:49.690" v="414" actId="1076"/>
          <ac:picMkLst>
            <pc:docMk/>
            <pc:sldMk cId="182838673" sldId="1369"/>
            <ac:picMk id="19" creationId="{7E426F05-3F4B-B483-76F7-D7133B6E4A2F}"/>
          </ac:picMkLst>
        </pc:picChg>
        <pc:inkChg chg="add del">
          <ac:chgData name="THAISINGTAING" userId="a31277fe-ae5d-4f13-bbfe-9b62b612caf2" providerId="ADAL" clId="{BD027425-100B-4ADE-A01F-D98BD7E75827}" dt="2023-09-11T03:29:48.820" v="81" actId="478"/>
          <ac:inkMkLst>
            <pc:docMk/>
            <pc:sldMk cId="182838673" sldId="1369"/>
            <ac:inkMk id="3" creationId="{693171DC-A233-4DFD-A922-B8F7AF9C4227}"/>
          </ac:inkMkLst>
        </pc:inkChg>
        <pc:inkChg chg="add del">
          <ac:chgData name="THAISINGTAING" userId="a31277fe-ae5d-4f13-bbfe-9b62b612caf2" providerId="ADAL" clId="{BD027425-100B-4ADE-A01F-D98BD7E75827}" dt="2023-09-11T03:29:32.746" v="77" actId="9405"/>
          <ac:inkMkLst>
            <pc:docMk/>
            <pc:sldMk cId="182838673" sldId="1369"/>
            <ac:inkMk id="6" creationId="{A5E601E7-610B-5829-58F8-61F2D54FC135}"/>
          </ac:inkMkLst>
        </pc:inkChg>
        <pc:inkChg chg="add del">
          <ac:chgData name="THAISINGTAING" userId="a31277fe-ae5d-4f13-bbfe-9b62b612caf2" providerId="ADAL" clId="{BD027425-100B-4ADE-A01F-D98BD7E75827}" dt="2023-09-11T03:29:45.390" v="79" actId="34122"/>
          <ac:inkMkLst>
            <pc:docMk/>
            <pc:sldMk cId="182838673" sldId="1369"/>
            <ac:inkMk id="7" creationId="{14009BA3-070F-326E-603A-FC83132158FD}"/>
          </ac:inkMkLst>
        </pc:inkChg>
        <pc:cxnChg chg="add mod">
          <ac:chgData name="THAISINGTAING" userId="a31277fe-ae5d-4f13-bbfe-9b62b612caf2" providerId="ADAL" clId="{BD027425-100B-4ADE-A01F-D98BD7E75827}" dt="2023-09-11T04:12:54.738" v="2698" actId="478"/>
          <ac:cxnSpMkLst>
            <pc:docMk/>
            <pc:sldMk cId="182838673" sldId="1369"/>
            <ac:cxnSpMk id="25" creationId="{DB5D421E-ECBB-82E4-220F-BCCD1FA53F7F}"/>
          </ac:cxnSpMkLst>
        </pc:cxnChg>
      </pc:sldChg>
      <pc:sldChg chg="addSp delSp modSp add mod">
        <pc:chgData name="THAISINGTAING" userId="a31277fe-ae5d-4f13-bbfe-9b62b612caf2" providerId="ADAL" clId="{BD027425-100B-4ADE-A01F-D98BD7E75827}" dt="2023-09-11T04:11:12.389" v="2697" actId="113"/>
        <pc:sldMkLst>
          <pc:docMk/>
          <pc:sldMk cId="517951742" sldId="1370"/>
        </pc:sldMkLst>
        <pc:spChg chg="mod">
          <ac:chgData name="THAISINGTAING" userId="a31277fe-ae5d-4f13-bbfe-9b62b612caf2" providerId="ADAL" clId="{BD027425-100B-4ADE-A01F-D98BD7E75827}" dt="2023-09-11T03:37:17.322" v="349" actId="20577"/>
          <ac:spMkLst>
            <pc:docMk/>
            <pc:sldMk cId="517951742" sldId="1370"/>
            <ac:spMk id="2" creationId="{E219B80C-EC08-22D5-2D1C-567E1681689C}"/>
          </ac:spMkLst>
        </pc:spChg>
        <pc:spChg chg="del mod">
          <ac:chgData name="THAISINGTAING" userId="a31277fe-ae5d-4f13-bbfe-9b62b612caf2" providerId="ADAL" clId="{BD027425-100B-4ADE-A01F-D98BD7E75827}" dt="2023-09-11T03:56:37.563" v="1354" actId="478"/>
          <ac:spMkLst>
            <pc:docMk/>
            <pc:sldMk cId="517951742" sldId="1370"/>
            <ac:spMk id="4" creationId="{A4915004-9609-C501-8BA5-BBF01CF36EE7}"/>
          </ac:spMkLst>
        </pc:spChg>
        <pc:spChg chg="del">
          <ac:chgData name="THAISINGTAING" userId="a31277fe-ae5d-4f13-bbfe-9b62b612caf2" providerId="ADAL" clId="{BD027425-100B-4ADE-A01F-D98BD7E75827}" dt="2023-09-11T03:56:38.619" v="1355" actId="478"/>
          <ac:spMkLst>
            <pc:docMk/>
            <pc:sldMk cId="517951742" sldId="1370"/>
            <ac:spMk id="5" creationId="{D7F78613-0FE9-FE30-3F30-211EB8E27E16}"/>
          </ac:spMkLst>
        </pc:spChg>
        <pc:spChg chg="add del mod">
          <ac:chgData name="THAISINGTAING" userId="a31277fe-ae5d-4f13-bbfe-9b62b612caf2" providerId="ADAL" clId="{BD027425-100B-4ADE-A01F-D98BD7E75827}" dt="2023-09-11T03:36:09.368" v="328" actId="478"/>
          <ac:spMkLst>
            <pc:docMk/>
            <pc:sldMk cId="517951742" sldId="1370"/>
            <ac:spMk id="7" creationId="{9671E606-F889-6266-9939-297B79035BFC}"/>
          </ac:spMkLst>
        </pc:spChg>
        <pc:spChg chg="add mod">
          <ac:chgData name="THAISINGTAING" userId="a31277fe-ae5d-4f13-bbfe-9b62b612caf2" providerId="ADAL" clId="{BD027425-100B-4ADE-A01F-D98BD7E75827}" dt="2023-09-11T03:56:43.935" v="1356"/>
          <ac:spMkLst>
            <pc:docMk/>
            <pc:sldMk cId="517951742" sldId="1370"/>
            <ac:spMk id="8" creationId="{3031B3F5-5DB5-2B5C-414F-D661CD82D3EB}"/>
          </ac:spMkLst>
        </pc:spChg>
        <pc:spChg chg="del">
          <ac:chgData name="THAISINGTAING" userId="a31277fe-ae5d-4f13-bbfe-9b62b612caf2" providerId="ADAL" clId="{BD027425-100B-4ADE-A01F-D98BD7E75827}" dt="2023-09-11T03:34:24.257" v="285" actId="478"/>
          <ac:spMkLst>
            <pc:docMk/>
            <pc:sldMk cId="517951742" sldId="1370"/>
            <ac:spMk id="10" creationId="{0B365FBE-294C-E81B-A389-338C51C94B90}"/>
          </ac:spMkLst>
        </pc:spChg>
        <pc:spChg chg="add mod">
          <ac:chgData name="THAISINGTAING" userId="a31277fe-ae5d-4f13-bbfe-9b62b612caf2" providerId="ADAL" clId="{BD027425-100B-4ADE-A01F-D98BD7E75827}" dt="2023-09-11T04:05:31.485" v="2227" actId="20577"/>
          <ac:spMkLst>
            <pc:docMk/>
            <pc:sldMk cId="517951742" sldId="1370"/>
            <ac:spMk id="11" creationId="{794D115F-8477-9E4C-B5A0-19B1CAF5EBC0}"/>
          </ac:spMkLst>
        </pc:spChg>
        <pc:spChg chg="add mod">
          <ac:chgData name="THAISINGTAING" userId="a31277fe-ae5d-4f13-bbfe-9b62b612caf2" providerId="ADAL" clId="{BD027425-100B-4ADE-A01F-D98BD7E75827}" dt="2023-09-11T04:11:12.389" v="2697" actId="113"/>
          <ac:spMkLst>
            <pc:docMk/>
            <pc:sldMk cId="517951742" sldId="1370"/>
            <ac:spMk id="12" creationId="{18390C82-B7DE-9B32-96BC-A0161203D1D5}"/>
          </ac:spMkLst>
        </pc:spChg>
        <pc:picChg chg="add mod">
          <ac:chgData name="THAISINGTAING" userId="a31277fe-ae5d-4f13-bbfe-9b62b612caf2" providerId="ADAL" clId="{BD027425-100B-4ADE-A01F-D98BD7E75827}" dt="2023-09-11T03:36:18.826" v="330" actId="1076"/>
          <ac:picMkLst>
            <pc:docMk/>
            <pc:sldMk cId="517951742" sldId="1370"/>
            <ac:picMk id="3" creationId="{F94A8651-8EF0-F82E-26A5-9E9022EADFF2}"/>
          </ac:picMkLst>
        </pc:picChg>
        <pc:picChg chg="add del mod">
          <ac:chgData name="THAISINGTAING" userId="a31277fe-ae5d-4f13-bbfe-9b62b612caf2" providerId="ADAL" clId="{BD027425-100B-4ADE-A01F-D98BD7E75827}" dt="2023-09-11T03:35:16.530" v="297"/>
          <ac:picMkLst>
            <pc:docMk/>
            <pc:sldMk cId="517951742" sldId="1370"/>
            <ac:picMk id="6" creationId="{95E252C4-D3B6-DDF4-3882-4C04CEAF354B}"/>
          </ac:picMkLst>
        </pc:picChg>
        <pc:picChg chg="del">
          <ac:chgData name="THAISINGTAING" userId="a31277fe-ae5d-4f13-bbfe-9b62b612caf2" providerId="ADAL" clId="{BD027425-100B-4ADE-A01F-D98BD7E75827}" dt="2023-09-11T03:34:24.746" v="286" actId="478"/>
          <ac:picMkLst>
            <pc:docMk/>
            <pc:sldMk cId="517951742" sldId="1370"/>
            <ac:picMk id="9" creationId="{F323E33F-425D-B288-96DD-59BC6D0EA913}"/>
          </ac:picMkLst>
        </pc:picChg>
      </pc:sldChg>
      <pc:sldChg chg="del">
        <pc:chgData name="THAISINGTAING" userId="a31277fe-ae5d-4f13-bbfe-9b62b612caf2" providerId="ADAL" clId="{BD027425-100B-4ADE-A01F-D98BD7E75827}" dt="2023-09-11T03:26:21.221" v="20" actId="47"/>
        <pc:sldMkLst>
          <pc:docMk/>
          <pc:sldMk cId="1202295693" sldId="1370"/>
        </pc:sldMkLst>
      </pc:sldChg>
      <pc:sldChg chg="add del">
        <pc:chgData name="THAISINGTAING" userId="a31277fe-ae5d-4f13-bbfe-9b62b612caf2" providerId="ADAL" clId="{BD027425-100B-4ADE-A01F-D98BD7E75827}" dt="2023-09-11T03:31:47.139" v="193"/>
        <pc:sldMkLst>
          <pc:docMk/>
          <pc:sldMk cId="2454841579" sldId="1370"/>
        </pc:sldMkLst>
      </pc:sldChg>
      <pc:sldChg chg="add del">
        <pc:chgData name="THAISINGTAING" userId="a31277fe-ae5d-4f13-bbfe-9b62b612caf2" providerId="ADAL" clId="{BD027425-100B-4ADE-A01F-D98BD7E75827}" dt="2023-09-11T03:35:20.040" v="299"/>
        <pc:sldMkLst>
          <pc:docMk/>
          <pc:sldMk cId="1040989792" sldId="1371"/>
        </pc:sldMkLst>
      </pc:sldChg>
      <pc:sldChg chg="addSp delSp modSp add mod">
        <pc:chgData name="THAISINGTAING" userId="a31277fe-ae5d-4f13-bbfe-9b62b612caf2" providerId="ADAL" clId="{BD027425-100B-4ADE-A01F-D98BD7E75827}" dt="2023-09-11T04:11:07.221" v="2696" actId="113"/>
        <pc:sldMkLst>
          <pc:docMk/>
          <pc:sldMk cId="1608324542" sldId="1371"/>
        </pc:sldMkLst>
        <pc:spChg chg="mod">
          <ac:chgData name="THAISINGTAING" userId="a31277fe-ae5d-4f13-bbfe-9b62b612caf2" providerId="ADAL" clId="{BD027425-100B-4ADE-A01F-D98BD7E75827}" dt="2023-09-11T03:37:23.675" v="363" actId="20577"/>
          <ac:spMkLst>
            <pc:docMk/>
            <pc:sldMk cId="1608324542" sldId="1371"/>
            <ac:spMk id="2" creationId="{E219B80C-EC08-22D5-2D1C-567E1681689C}"/>
          </ac:spMkLst>
        </pc:spChg>
        <pc:spChg chg="del mod">
          <ac:chgData name="THAISINGTAING" userId="a31277fe-ae5d-4f13-bbfe-9b62b612caf2" providerId="ADAL" clId="{BD027425-100B-4ADE-A01F-D98BD7E75827}" dt="2023-09-11T04:03:55.400" v="2069" actId="478"/>
          <ac:spMkLst>
            <pc:docMk/>
            <pc:sldMk cId="1608324542" sldId="1371"/>
            <ac:spMk id="4" creationId="{A4915004-9609-C501-8BA5-BBF01CF36EE7}"/>
          </ac:spMkLst>
        </pc:spChg>
        <pc:spChg chg="del">
          <ac:chgData name="THAISINGTAING" userId="a31277fe-ae5d-4f13-bbfe-9b62b612caf2" providerId="ADAL" clId="{BD027425-100B-4ADE-A01F-D98BD7E75827}" dt="2023-09-11T04:03:56.471" v="2070" actId="478"/>
          <ac:spMkLst>
            <pc:docMk/>
            <pc:sldMk cId="1608324542" sldId="1371"/>
            <ac:spMk id="5" creationId="{D7F78613-0FE9-FE30-3F30-211EB8E27E16}"/>
          </ac:spMkLst>
        </pc:spChg>
        <pc:spChg chg="add del mod">
          <ac:chgData name="THAISINGTAING" userId="a31277fe-ae5d-4f13-bbfe-9b62b612caf2" providerId="ADAL" clId="{BD027425-100B-4ADE-A01F-D98BD7E75827}" dt="2023-09-11T04:03:17.442" v="2064" actId="478"/>
          <ac:spMkLst>
            <pc:docMk/>
            <pc:sldMk cId="1608324542" sldId="1371"/>
            <ac:spMk id="7" creationId="{E624762F-B2C5-5D6E-0DE6-95F66D5950F9}"/>
          </ac:spMkLst>
        </pc:spChg>
        <pc:spChg chg="add del mod">
          <ac:chgData name="THAISINGTAING" userId="a31277fe-ae5d-4f13-bbfe-9b62b612caf2" providerId="ADAL" clId="{BD027425-100B-4ADE-A01F-D98BD7E75827}" dt="2023-09-11T04:05:59.728" v="2238" actId="478"/>
          <ac:spMkLst>
            <pc:docMk/>
            <pc:sldMk cId="1608324542" sldId="1371"/>
            <ac:spMk id="8" creationId="{57F60322-FD25-1DA0-CF2F-2D6D209AD8D9}"/>
          </ac:spMkLst>
        </pc:spChg>
        <pc:spChg chg="add mod">
          <ac:chgData name="THAISINGTAING" userId="a31277fe-ae5d-4f13-bbfe-9b62b612caf2" providerId="ADAL" clId="{BD027425-100B-4ADE-A01F-D98BD7E75827}" dt="2023-09-11T04:03:57.277" v="2071"/>
          <ac:spMkLst>
            <pc:docMk/>
            <pc:sldMk cId="1608324542" sldId="1371"/>
            <ac:spMk id="9" creationId="{0F6A9DDC-D416-6D64-4AFE-ABFD8889BB8E}"/>
          </ac:spMkLst>
        </pc:spChg>
        <pc:spChg chg="add mod">
          <ac:chgData name="THAISINGTAING" userId="a31277fe-ae5d-4f13-bbfe-9b62b612caf2" providerId="ADAL" clId="{BD027425-100B-4ADE-A01F-D98BD7E75827}" dt="2023-09-11T04:09:06.508" v="2695" actId="207"/>
          <ac:spMkLst>
            <pc:docMk/>
            <pc:sldMk cId="1608324542" sldId="1371"/>
            <ac:spMk id="10" creationId="{2691CEAB-4F93-CDDA-4C72-C8FE8477A5E3}"/>
          </ac:spMkLst>
        </pc:spChg>
        <pc:spChg chg="add mod">
          <ac:chgData name="THAISINGTAING" userId="a31277fe-ae5d-4f13-bbfe-9b62b612caf2" providerId="ADAL" clId="{BD027425-100B-4ADE-A01F-D98BD7E75827}" dt="2023-09-11T04:11:07.221" v="2696" actId="113"/>
          <ac:spMkLst>
            <pc:docMk/>
            <pc:sldMk cId="1608324542" sldId="1371"/>
            <ac:spMk id="11" creationId="{DF8BA4C1-F24A-5605-06EB-9A0C41B1C030}"/>
          </ac:spMkLst>
        </pc:spChg>
        <pc:picChg chg="del">
          <ac:chgData name="THAISINGTAING" userId="a31277fe-ae5d-4f13-bbfe-9b62b612caf2" providerId="ADAL" clId="{BD027425-100B-4ADE-A01F-D98BD7E75827}" dt="2023-09-11T03:35:21.378" v="301" actId="478"/>
          <ac:picMkLst>
            <pc:docMk/>
            <pc:sldMk cId="1608324542" sldId="1371"/>
            <ac:picMk id="3" creationId="{F94A8651-8EF0-F82E-26A5-9E9022EADFF2}"/>
          </ac:picMkLst>
        </pc:picChg>
        <pc:picChg chg="add mod">
          <ac:chgData name="THAISINGTAING" userId="a31277fe-ae5d-4f13-bbfe-9b62b612caf2" providerId="ADAL" clId="{BD027425-100B-4ADE-A01F-D98BD7E75827}" dt="2023-09-11T04:03:24.765" v="2067" actId="1076"/>
          <ac:picMkLst>
            <pc:docMk/>
            <pc:sldMk cId="1608324542" sldId="1371"/>
            <ac:picMk id="6" creationId="{34B455AC-EB54-689F-A587-1D7EDD024CB7}"/>
          </ac:picMkLst>
        </pc:picChg>
      </pc:sldChg>
      <pc:sldChg chg="del">
        <pc:chgData name="THAISINGTAING" userId="a31277fe-ae5d-4f13-bbfe-9b62b612caf2" providerId="ADAL" clId="{BD027425-100B-4ADE-A01F-D98BD7E75827}" dt="2023-09-11T03:26:22.117" v="21" actId="47"/>
        <pc:sldMkLst>
          <pc:docMk/>
          <pc:sldMk cId="1792775313" sldId="1371"/>
        </pc:sldMkLst>
      </pc:sldChg>
      <pc:sldChg chg="del">
        <pc:chgData name="THAISINGTAING" userId="a31277fe-ae5d-4f13-bbfe-9b62b612caf2" providerId="ADAL" clId="{BD027425-100B-4ADE-A01F-D98BD7E75827}" dt="2023-09-11T03:31:42.774" v="191" actId="47"/>
        <pc:sldMkLst>
          <pc:docMk/>
          <pc:sldMk cId="922148960" sldId="1372"/>
        </pc:sldMkLst>
      </pc:sldChg>
      <pc:sldChg chg="del">
        <pc:chgData name="THAISINGTAING" userId="a31277fe-ae5d-4f13-bbfe-9b62b612caf2" providerId="ADAL" clId="{BD027425-100B-4ADE-A01F-D98BD7E75827}" dt="2023-09-11T03:26:26.175" v="28" actId="47"/>
        <pc:sldMkLst>
          <pc:docMk/>
          <pc:sldMk cId="117559004" sldId="1373"/>
        </pc:sldMkLst>
      </pc:sldChg>
      <pc:sldChg chg="del">
        <pc:chgData name="THAISINGTAING" userId="a31277fe-ae5d-4f13-bbfe-9b62b612caf2" providerId="ADAL" clId="{BD027425-100B-4ADE-A01F-D98BD7E75827}" dt="2023-09-11T03:26:26.491" v="29" actId="47"/>
        <pc:sldMkLst>
          <pc:docMk/>
          <pc:sldMk cId="3854356933" sldId="1374"/>
        </pc:sldMkLst>
      </pc:sldChg>
      <pc:sldChg chg="del">
        <pc:chgData name="THAISINGTAING" userId="a31277fe-ae5d-4f13-bbfe-9b62b612caf2" providerId="ADAL" clId="{BD027425-100B-4ADE-A01F-D98BD7E75827}" dt="2023-09-11T03:26:27.389" v="30" actId="47"/>
        <pc:sldMkLst>
          <pc:docMk/>
          <pc:sldMk cId="3576279948" sldId="1375"/>
        </pc:sldMkLst>
      </pc:sldChg>
      <pc:sldChg chg="del">
        <pc:chgData name="THAISINGTAING" userId="a31277fe-ae5d-4f13-bbfe-9b62b612caf2" providerId="ADAL" clId="{BD027425-100B-4ADE-A01F-D98BD7E75827}" dt="2023-09-11T03:26:25.867" v="27" actId="47"/>
        <pc:sldMkLst>
          <pc:docMk/>
          <pc:sldMk cId="2105560235" sldId="137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1EDE3E9-077E-40FA-A465-A132AE3AB907}" type="datetimeFigureOut">
              <a:rPr lang="en-US" smtClean="0"/>
              <a:t>4/2/2026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2EF05D-B624-4A68-A180-6A56AAAA7E79}" type="slidenum">
              <a:rPr lang="en-US" smtClean="0"/>
              <a:t>‹#›</a:t>
            </a:fld>
            <a:endParaRPr lang="en-US" dirty="0"/>
          </a:p>
        </p:txBody>
      </p:sp>
    </p:spTree>
    <p:extLst>
      <p:ext uri="{BB962C8B-B14F-4D97-AF65-F5344CB8AC3E}">
        <p14:creationId xmlns:p14="http://schemas.microsoft.com/office/powerpoint/2010/main" val="47120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굴림" pitchFamily="50" charset="-127"/>
              </a:defRPr>
            </a:lvl1pPr>
          </a:lstStyle>
          <a:p>
            <a:endParaRPr lang="en-US" altLang="ko-KR" dirty="0"/>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굴림" pitchFamily="50" charset="-127"/>
              </a:defRPr>
            </a:lvl1pPr>
          </a:lstStyle>
          <a:p>
            <a:endParaRPr lang="en-US" altLang="ko-KR" dirty="0"/>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굴림" pitchFamily="50" charset="-127"/>
              </a:defRPr>
            </a:lvl1pPr>
          </a:lstStyle>
          <a:p>
            <a:endParaRPr lang="en-US" altLang="ko-KR" dirty="0"/>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굴림" pitchFamily="50" charset="-127"/>
              </a:defRPr>
            </a:lvl1pPr>
          </a:lstStyle>
          <a:p>
            <a:fld id="{0B881DD9-353D-4BA1-98B1-81FD3732D5E3}" type="slidenum">
              <a:rPr lang="en-US" altLang="ko-KR"/>
              <a:pPr/>
              <a:t>‹#›</a:t>
            </a:fld>
            <a:endParaRPr lang="en-US" altLang="ko-KR" dirty="0"/>
          </a:p>
        </p:txBody>
      </p:sp>
    </p:spTree>
    <p:extLst>
      <p:ext uri="{BB962C8B-B14F-4D97-AF65-F5344CB8AC3E}">
        <p14:creationId xmlns:p14="http://schemas.microsoft.com/office/powerpoint/2010/main" val="39491904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5000"/>
              </a:lnSpc>
            </a:pPr>
            <a:r>
              <a:rPr lang="en-US" altLang="en-US" sz="1200" b="1" kern="1200" dirty="0" smtClean="0">
                <a:solidFill>
                  <a:schemeClr val="tx1"/>
                </a:solidFill>
                <a:latin typeface="Arial" charset="0"/>
                <a:ea typeface="+mn-ea"/>
                <a:cs typeface="+mn-cs"/>
              </a:rPr>
              <a:t>Operating</a:t>
            </a:r>
            <a:r>
              <a:rPr lang="en-US" altLang="en-US" sz="1200" b="1" kern="1200" baseline="0" dirty="0" smtClean="0">
                <a:solidFill>
                  <a:schemeClr val="tx1"/>
                </a:solidFill>
                <a:latin typeface="Arial" charset="0"/>
                <a:ea typeface="+mn-ea"/>
                <a:cs typeface="+mn-cs"/>
              </a:rPr>
              <a:t> System Concepts – 10 Edition</a:t>
            </a:r>
            <a:endParaRPr lang="en-US" altLang="en-US" sz="1200" b="1" kern="1200" dirty="0" smtClean="0">
              <a:solidFill>
                <a:schemeClr val="tx1"/>
              </a:solidFill>
              <a:latin typeface="Arial" charset="0"/>
              <a:ea typeface="+mn-ea"/>
              <a:cs typeface="+mn-cs"/>
            </a:endParaRPr>
          </a:p>
          <a:p>
            <a:pPr>
              <a:lnSpc>
                <a:spcPct val="85000"/>
              </a:lnSpc>
            </a:pPr>
            <a:r>
              <a:rPr lang="en-US" altLang="en-US" sz="1200" b="1" kern="1200" dirty="0" smtClean="0">
                <a:solidFill>
                  <a:schemeClr val="tx1"/>
                </a:solidFill>
                <a:latin typeface="Arial" charset="0"/>
                <a:ea typeface="+mn-ea"/>
                <a:cs typeface="+mn-cs"/>
              </a:rPr>
              <a:t>Disclaimer</a:t>
            </a:r>
          </a:p>
          <a:p>
            <a:pPr indent="3175">
              <a:lnSpc>
                <a:spcPct val="85000"/>
              </a:lnSpc>
            </a:pPr>
            <a:r>
              <a:rPr lang="en-US" altLang="en-US" sz="1200" kern="1200" dirty="0" smtClean="0">
                <a:solidFill>
                  <a:schemeClr val="tx1"/>
                </a:solidFill>
                <a:latin typeface="Arial" charset="0"/>
                <a:ea typeface="+mn-ea"/>
                <a:cs typeface="+mn-cs"/>
              </a:rPr>
              <a:t>I fully acknowledge the authors of the books for providing slides and other material.</a:t>
            </a:r>
          </a:p>
          <a:p>
            <a:endParaRPr lang="en-US" dirty="0"/>
          </a:p>
        </p:txBody>
      </p:sp>
      <p:sp>
        <p:nvSpPr>
          <p:cNvPr id="4" name="Slide Number Placeholder 3"/>
          <p:cNvSpPr>
            <a:spLocks noGrp="1"/>
          </p:cNvSpPr>
          <p:nvPr>
            <p:ph type="sldNum" sz="quarter" idx="5"/>
          </p:nvPr>
        </p:nvSpPr>
        <p:spPr/>
        <p:txBody>
          <a:bodyPr/>
          <a:lstStyle/>
          <a:p>
            <a:fld id="{0B881DD9-353D-4BA1-98B1-81FD3732D5E3}" type="slidenum">
              <a:rPr lang="en-US" altLang="ko-KR" smtClean="0"/>
              <a:pPr/>
              <a:t>1</a:t>
            </a:fld>
            <a:endParaRPr lang="en-US" altLang="ko-KR" dirty="0"/>
          </a:p>
        </p:txBody>
      </p:sp>
    </p:spTree>
    <p:extLst>
      <p:ext uri="{BB962C8B-B14F-4D97-AF65-F5344CB8AC3E}">
        <p14:creationId xmlns:p14="http://schemas.microsoft.com/office/powerpoint/2010/main" val="4026479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3</a:t>
            </a:fld>
            <a:endParaRPr lang="en-US" altLang="ko-KR" dirty="0"/>
          </a:p>
        </p:txBody>
      </p:sp>
    </p:spTree>
    <p:extLst>
      <p:ext uri="{BB962C8B-B14F-4D97-AF65-F5344CB8AC3E}">
        <p14:creationId xmlns:p14="http://schemas.microsoft.com/office/powerpoint/2010/main" val="596358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4</a:t>
            </a:fld>
            <a:endParaRPr lang="en-US" altLang="ko-KR" dirty="0"/>
          </a:p>
        </p:txBody>
      </p:sp>
    </p:spTree>
    <p:extLst>
      <p:ext uri="{BB962C8B-B14F-4D97-AF65-F5344CB8AC3E}">
        <p14:creationId xmlns:p14="http://schemas.microsoft.com/office/powerpoint/2010/main" val="902873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5</a:t>
            </a:fld>
            <a:endParaRPr lang="en-US" altLang="ko-KR" dirty="0"/>
          </a:p>
        </p:txBody>
      </p:sp>
    </p:spTree>
    <p:extLst>
      <p:ext uri="{BB962C8B-B14F-4D97-AF65-F5344CB8AC3E}">
        <p14:creationId xmlns:p14="http://schemas.microsoft.com/office/powerpoint/2010/main" val="3685988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6</a:t>
            </a:fld>
            <a:endParaRPr lang="en-US" altLang="ko-KR" dirty="0"/>
          </a:p>
        </p:txBody>
      </p:sp>
    </p:spTree>
    <p:extLst>
      <p:ext uri="{BB962C8B-B14F-4D97-AF65-F5344CB8AC3E}">
        <p14:creationId xmlns:p14="http://schemas.microsoft.com/office/powerpoint/2010/main" val="4199681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7</a:t>
            </a:fld>
            <a:endParaRPr lang="en-US" altLang="ko-KR" dirty="0"/>
          </a:p>
        </p:txBody>
      </p:sp>
    </p:spTree>
    <p:extLst>
      <p:ext uri="{BB962C8B-B14F-4D97-AF65-F5344CB8AC3E}">
        <p14:creationId xmlns:p14="http://schemas.microsoft.com/office/powerpoint/2010/main" val="3528376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8</a:t>
            </a:fld>
            <a:endParaRPr lang="en-US" altLang="ko-KR" dirty="0"/>
          </a:p>
        </p:txBody>
      </p:sp>
    </p:spTree>
    <p:extLst>
      <p:ext uri="{BB962C8B-B14F-4D97-AF65-F5344CB8AC3E}">
        <p14:creationId xmlns:p14="http://schemas.microsoft.com/office/powerpoint/2010/main" val="2103575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9</a:t>
            </a:fld>
            <a:endParaRPr lang="en-US" altLang="ko-KR" dirty="0"/>
          </a:p>
        </p:txBody>
      </p:sp>
    </p:spTree>
    <p:extLst>
      <p:ext uri="{BB962C8B-B14F-4D97-AF65-F5344CB8AC3E}">
        <p14:creationId xmlns:p14="http://schemas.microsoft.com/office/powerpoint/2010/main" val="1786150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10</a:t>
            </a:fld>
            <a:endParaRPr lang="en-US" altLang="ko-KR" dirty="0"/>
          </a:p>
        </p:txBody>
      </p:sp>
    </p:spTree>
    <p:extLst>
      <p:ext uri="{BB962C8B-B14F-4D97-AF65-F5344CB8AC3E}">
        <p14:creationId xmlns:p14="http://schemas.microsoft.com/office/powerpoint/2010/main" val="3347587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11</a:t>
            </a:fld>
            <a:endParaRPr lang="en-US" altLang="ko-KR" dirty="0"/>
          </a:p>
        </p:txBody>
      </p:sp>
    </p:spTree>
    <p:extLst>
      <p:ext uri="{BB962C8B-B14F-4D97-AF65-F5344CB8AC3E}">
        <p14:creationId xmlns:p14="http://schemas.microsoft.com/office/powerpoint/2010/main" val="2176148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12</a:t>
            </a:fld>
            <a:endParaRPr lang="en-US" altLang="ko-KR" dirty="0"/>
          </a:p>
        </p:txBody>
      </p:sp>
    </p:spTree>
    <p:extLst>
      <p:ext uri="{BB962C8B-B14F-4D97-AF65-F5344CB8AC3E}">
        <p14:creationId xmlns:p14="http://schemas.microsoft.com/office/powerpoint/2010/main" val="1643816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13</a:t>
            </a:fld>
            <a:endParaRPr lang="en-US" altLang="ko-KR" dirty="0"/>
          </a:p>
        </p:txBody>
      </p:sp>
    </p:spTree>
    <p:extLst>
      <p:ext uri="{BB962C8B-B14F-4D97-AF65-F5344CB8AC3E}">
        <p14:creationId xmlns:p14="http://schemas.microsoft.com/office/powerpoint/2010/main" val="3605616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top , </a:t>
            </a:r>
            <a:r>
              <a:rPr lang="en-US" sz="1200" kern="1200" dirty="0" err="1" smtClean="0">
                <a:solidFill>
                  <a:schemeClr val="tx1"/>
                </a:solidFill>
                <a:effectLst/>
                <a:latin typeface="Arial" charset="0"/>
                <a:ea typeface="+mn-ea"/>
                <a:cs typeface="+mn-cs"/>
              </a:rPr>
              <a:t>htop</a:t>
            </a:r>
            <a:r>
              <a:rPr lang="en-US" sz="1200" kern="1200" dirty="0" smtClean="0">
                <a:solidFill>
                  <a:schemeClr val="tx1"/>
                </a:solidFill>
                <a:effectLst/>
                <a:latin typeface="Arial" charset="0"/>
                <a:ea typeface="+mn-ea"/>
                <a:cs typeface="+mn-cs"/>
              </a:rPr>
              <a:t>, </a:t>
            </a:r>
            <a:r>
              <a:rPr lang="en-US" sz="1200" kern="1200" dirty="0" err="1" smtClean="0">
                <a:solidFill>
                  <a:schemeClr val="tx1"/>
                </a:solidFill>
                <a:effectLst/>
                <a:latin typeface="Arial" charset="0"/>
                <a:ea typeface="+mn-ea"/>
                <a:cs typeface="+mn-cs"/>
              </a:rPr>
              <a:t>sar</a:t>
            </a:r>
            <a:r>
              <a:rPr lang="en-US" sz="1200" kern="1200" dirty="0" smtClean="0">
                <a:solidFill>
                  <a:schemeClr val="tx1"/>
                </a:solidFill>
                <a:effectLst/>
                <a:latin typeface="Arial" charset="0"/>
                <a:ea typeface="+mn-ea"/>
                <a:cs typeface="+mn-cs"/>
              </a:rPr>
              <a:t> , </a:t>
            </a:r>
            <a:r>
              <a:rPr lang="en-US" sz="1200" kern="1200" dirty="0" err="1" smtClean="0">
                <a:solidFill>
                  <a:schemeClr val="tx1"/>
                </a:solidFill>
                <a:effectLst/>
                <a:latin typeface="Arial" charset="0"/>
                <a:ea typeface="+mn-ea"/>
                <a:cs typeface="+mn-cs"/>
              </a:rPr>
              <a:t>vmstat</a:t>
            </a:r>
            <a:r>
              <a:rPr lang="en-US" sz="1200" kern="1200" dirty="0" smtClean="0">
                <a:solidFill>
                  <a:schemeClr val="tx1"/>
                </a:solidFill>
                <a:effectLst/>
                <a:latin typeface="Arial" charset="0"/>
                <a:ea typeface="+mn-ea"/>
                <a:cs typeface="+mn-cs"/>
              </a:rPr>
              <a:t> , free –m, </a:t>
            </a:r>
            <a:r>
              <a:rPr lang="en-US" sz="1200" kern="1200" dirty="0" err="1" smtClean="0">
                <a:solidFill>
                  <a:schemeClr val="tx1"/>
                </a:solidFill>
                <a:effectLst/>
                <a:latin typeface="Arial" charset="0"/>
                <a:ea typeface="+mn-ea"/>
                <a:cs typeface="+mn-cs"/>
              </a:rPr>
              <a:t>ps</a:t>
            </a:r>
            <a:r>
              <a:rPr lang="en-US" sz="1200" kern="1200" dirty="0" smtClean="0">
                <a:solidFill>
                  <a:schemeClr val="tx1"/>
                </a:solidFill>
                <a:effectLst/>
                <a:latin typeface="Arial" charset="0"/>
                <a:ea typeface="+mn-ea"/>
                <a:cs typeface="+mn-cs"/>
              </a:rPr>
              <a:t> –el , </a:t>
            </a:r>
            <a:r>
              <a:rPr lang="en-US" sz="1200" kern="1200" dirty="0" err="1" smtClean="0">
                <a:solidFill>
                  <a:schemeClr val="tx1"/>
                </a:solidFill>
                <a:effectLst/>
                <a:latin typeface="Arial" charset="0"/>
                <a:ea typeface="+mn-ea"/>
                <a:cs typeface="+mn-cs"/>
              </a:rPr>
              <a:t>ps</a:t>
            </a:r>
            <a:r>
              <a:rPr lang="en-US" sz="1200" kern="1200" dirty="0" smtClean="0">
                <a:solidFill>
                  <a:schemeClr val="tx1"/>
                </a:solidFill>
                <a:effectLst/>
                <a:latin typeface="Arial" charset="0"/>
                <a:ea typeface="+mn-ea"/>
                <a:cs typeface="+mn-cs"/>
              </a:rPr>
              <a:t> –</a:t>
            </a:r>
            <a:r>
              <a:rPr lang="en-US" sz="1200" kern="1200" dirty="0" err="1" smtClean="0">
                <a:solidFill>
                  <a:schemeClr val="tx1"/>
                </a:solidFill>
                <a:effectLst/>
                <a:latin typeface="Arial" charset="0"/>
                <a:ea typeface="+mn-ea"/>
                <a:cs typeface="+mn-cs"/>
              </a:rPr>
              <a:t>ef</a:t>
            </a:r>
            <a:r>
              <a:rPr lang="en-US" sz="1200" kern="1200" dirty="0" smtClean="0">
                <a:solidFill>
                  <a:schemeClr val="tx1"/>
                </a:solidFill>
                <a:effectLst/>
                <a:latin typeface="Arial" charset="0"/>
                <a:ea typeface="+mn-ea"/>
                <a:cs typeface="+mn-cs"/>
              </a:rPr>
              <a:t>,</a:t>
            </a:r>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14</a:t>
            </a:fld>
            <a:endParaRPr lang="en-US" altLang="ko-KR" dirty="0"/>
          </a:p>
        </p:txBody>
      </p:sp>
    </p:spTree>
    <p:extLst>
      <p:ext uri="{BB962C8B-B14F-4D97-AF65-F5344CB8AC3E}">
        <p14:creationId xmlns:p14="http://schemas.microsoft.com/office/powerpoint/2010/main" val="29863286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15</a:t>
            </a:fld>
            <a:endParaRPr lang="en-US" altLang="ko-KR" dirty="0"/>
          </a:p>
        </p:txBody>
      </p:sp>
    </p:spTree>
    <p:extLst>
      <p:ext uri="{BB962C8B-B14F-4D97-AF65-F5344CB8AC3E}">
        <p14:creationId xmlns:p14="http://schemas.microsoft.com/office/powerpoint/2010/main" val="2927664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16</a:t>
            </a:fld>
            <a:endParaRPr lang="en-US" altLang="ko-KR" dirty="0"/>
          </a:p>
        </p:txBody>
      </p:sp>
    </p:spTree>
    <p:extLst>
      <p:ext uri="{BB962C8B-B14F-4D97-AF65-F5344CB8AC3E}">
        <p14:creationId xmlns:p14="http://schemas.microsoft.com/office/powerpoint/2010/main" val="36592496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17</a:t>
            </a:fld>
            <a:endParaRPr lang="en-US" altLang="ko-KR" dirty="0"/>
          </a:p>
        </p:txBody>
      </p:sp>
    </p:spTree>
    <p:extLst>
      <p:ext uri="{BB962C8B-B14F-4D97-AF65-F5344CB8AC3E}">
        <p14:creationId xmlns:p14="http://schemas.microsoft.com/office/powerpoint/2010/main" val="11615482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18</a:t>
            </a:fld>
            <a:endParaRPr lang="en-US" altLang="ko-KR" dirty="0"/>
          </a:p>
        </p:txBody>
      </p:sp>
    </p:spTree>
    <p:extLst>
      <p:ext uri="{BB962C8B-B14F-4D97-AF65-F5344CB8AC3E}">
        <p14:creationId xmlns:p14="http://schemas.microsoft.com/office/powerpoint/2010/main" val="31882517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881DD9-353D-4BA1-98B1-81FD3732D5E3}" type="slidenum">
              <a:rPr lang="en-US" altLang="ko-KR" smtClean="0"/>
              <a:pPr/>
              <a:t>19</a:t>
            </a:fld>
            <a:endParaRPr lang="en-US" altLang="ko-KR" dirty="0"/>
          </a:p>
        </p:txBody>
      </p:sp>
    </p:spTree>
    <p:extLst>
      <p:ext uri="{BB962C8B-B14F-4D97-AF65-F5344CB8AC3E}">
        <p14:creationId xmlns:p14="http://schemas.microsoft.com/office/powerpoint/2010/main" val="172860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065944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04460920-8E0F-CD46-B2D1-07CF3BE127D1}"/>
              </a:ext>
            </a:extLst>
          </p:cNvPr>
          <p:cNvPicPr>
            <a:picLocks noChangeAspect="1"/>
          </p:cNvPicPr>
          <p:nvPr userDrawn="1"/>
        </p:nvPicPr>
        <p:blipFill>
          <a:blip r:embed="rId4"/>
          <a:stretch>
            <a:fillRect/>
          </a:stretch>
        </p:blipFill>
        <p:spPr>
          <a:xfrm>
            <a:off x="5667750" y="6525005"/>
            <a:ext cx="3476877" cy="336934"/>
          </a:xfrm>
          <a:prstGeom prst="rect">
            <a:avLst/>
          </a:prstGeom>
        </p:spPr>
      </p:pic>
      <p:sp>
        <p:nvSpPr>
          <p:cNvPr id="21" name="TextBox 20">
            <a:extLst>
              <a:ext uri="{FF2B5EF4-FFF2-40B4-BE49-F238E27FC236}">
                <a16:creationId xmlns:a16="http://schemas.microsoft.com/office/drawing/2014/main" xmlns="" id="{01B29477-9CFE-9D46-8344-E00E6D722DA5}"/>
              </a:ext>
            </a:extLst>
          </p:cNvPr>
          <p:cNvSpPr txBox="1"/>
          <p:nvPr userDrawn="1"/>
        </p:nvSpPr>
        <p:spPr>
          <a:xfrm>
            <a:off x="7740351" y="6080"/>
            <a:ext cx="1152128" cy="1018747"/>
          </a:xfrm>
          <a:prstGeom prst="rect">
            <a:avLst/>
          </a:prstGeom>
          <a:solidFill>
            <a:schemeClr val="bg1"/>
          </a:solidFill>
        </p:spPr>
        <p:txBody>
          <a:bodyPr wrap="square" rtlCol="0">
            <a:spAutoFit/>
          </a:bodyPr>
          <a:lstStyle/>
          <a:p>
            <a:endParaRPr lang="x-none"/>
          </a:p>
        </p:txBody>
      </p:sp>
      <p:sp>
        <p:nvSpPr>
          <p:cNvPr id="23" name="TextBox 22">
            <a:extLst>
              <a:ext uri="{FF2B5EF4-FFF2-40B4-BE49-F238E27FC236}">
                <a16:creationId xmlns:a16="http://schemas.microsoft.com/office/drawing/2014/main" xmlns="" id="{85CED6F1-A55D-364A-9302-B4E8F031681A}"/>
              </a:ext>
            </a:extLst>
          </p:cNvPr>
          <p:cNvSpPr txBox="1"/>
          <p:nvPr/>
        </p:nvSpPr>
        <p:spPr>
          <a:xfrm>
            <a:off x="-180528" y="4683047"/>
            <a:ext cx="186800" cy="348687"/>
          </a:xfrm>
          <a:prstGeom prst="rect">
            <a:avLst/>
          </a:prstGeom>
          <a:noFill/>
        </p:spPr>
        <p:txBody>
          <a:bodyPr wrap="none" rtlCol="0">
            <a:spAutoFit/>
          </a:bodyPr>
          <a:lstStyle/>
          <a:p>
            <a:endParaRPr lang="x-none" sz="1661"/>
          </a:p>
        </p:txBody>
      </p:sp>
      <p:sp>
        <p:nvSpPr>
          <p:cNvPr id="14" name="슬라이드 번호 개체 틀 1">
            <a:extLst>
              <a:ext uri="{FF2B5EF4-FFF2-40B4-BE49-F238E27FC236}">
                <a16:creationId xmlns:a16="http://schemas.microsoft.com/office/drawing/2014/main" xmlns="" id="{3619C51A-3CD4-AB4D-81CF-D010A44EF225}"/>
              </a:ext>
            </a:extLst>
          </p:cNvPr>
          <p:cNvSpPr txBox="1">
            <a:spLocks/>
          </p:cNvSpPr>
          <p:nvPr/>
        </p:nvSpPr>
        <p:spPr>
          <a:xfrm>
            <a:off x="4211961" y="6529467"/>
            <a:ext cx="3960440" cy="365774"/>
          </a:xfrm>
          <a:prstGeom prst="rect">
            <a:avLst/>
          </a:prstGeom>
        </p:spPr>
        <p:txBody>
          <a:bodyPr vert="horz" lIns="112541" tIns="56271" rIns="112541" bIns="56271" rtlCol="0" anchor="ctr"/>
          <a:lstStyle>
            <a:defPPr>
              <a:defRPr lang="ko-KR"/>
            </a:defPPr>
            <a:lvl1pPr marL="0" algn="r" defTabSz="914400" rtl="0" eaLnBrk="1" latinLnBrk="1" hangingPunct="1">
              <a:defRPr sz="9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1292" b="1" dirty="0" smtClean="0">
                <a:solidFill>
                  <a:srgbClr val="0070C0"/>
                </a:solidFill>
                <a:latin typeface="+mj-lt"/>
                <a:ea typeface="경기천년제목 Bold" panose="02020803020101020101" pitchFamily="18" charset="-127"/>
              </a:rPr>
              <a:t>         Processes</a:t>
            </a:r>
            <a:endParaRPr lang="ko-KR" altLang="en-US" sz="1292" b="1" dirty="0">
              <a:solidFill>
                <a:srgbClr val="0070C0"/>
              </a:solidFill>
              <a:latin typeface="+mj-lt"/>
              <a:ea typeface="경기천년제목 Bold" panose="02020803020101020101" pitchFamily="18" charset="-127"/>
            </a:endParaRPr>
          </a:p>
        </p:txBody>
      </p:sp>
      <p:sp>
        <p:nvSpPr>
          <p:cNvPr id="1027" name="Rectangle 3"/>
          <p:cNvSpPr>
            <a:spLocks noGrp="1" noChangeArrowheads="1"/>
          </p:cNvSpPr>
          <p:nvPr userDrawn="1">
            <p:ph type="body" idx="1"/>
          </p:nvPr>
        </p:nvSpPr>
        <p:spPr bwMode="auto">
          <a:xfrm>
            <a:off x="386605" y="1038349"/>
            <a:ext cx="7750366" cy="408991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ko-KR" altLang="en-US" dirty="0"/>
              <a:t> 마스터 텍스트 스타일을 편집합니다</a:t>
            </a:r>
          </a:p>
          <a:p>
            <a:pPr lvl="1"/>
            <a:r>
              <a:rPr lang="ko-KR" altLang="en-US" dirty="0"/>
              <a:t> 둘째 수준</a:t>
            </a:r>
          </a:p>
          <a:p>
            <a:pPr lvl="2"/>
            <a:r>
              <a:rPr lang="ko-KR" altLang="en-US" dirty="0"/>
              <a:t> 셋째 수준</a:t>
            </a:r>
          </a:p>
          <a:p>
            <a:pPr lvl="3"/>
            <a:r>
              <a:rPr lang="ko-KR" altLang="en-US" dirty="0"/>
              <a:t>넷째 수준</a:t>
            </a:r>
          </a:p>
          <a:p>
            <a:pPr lvl="4"/>
            <a:r>
              <a:rPr lang="ko-KR" altLang="en-US" dirty="0"/>
              <a:t>다섯째 수준</a:t>
            </a:r>
            <a:endParaRPr lang="en-US" altLang="ko-KR" dirty="0"/>
          </a:p>
        </p:txBody>
      </p:sp>
      <p:sp>
        <p:nvSpPr>
          <p:cNvPr id="1026" name="Rectangle 2"/>
          <p:cNvSpPr>
            <a:spLocks noGrp="1" noChangeArrowheads="1"/>
          </p:cNvSpPr>
          <p:nvPr userDrawn="1">
            <p:ph type="title"/>
          </p:nvPr>
        </p:nvSpPr>
        <p:spPr bwMode="auto">
          <a:xfrm>
            <a:off x="1043608" y="149428"/>
            <a:ext cx="4998903" cy="47314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endParaRPr lang="en-US" altLang="ko-KR" dirty="0"/>
          </a:p>
        </p:txBody>
      </p:sp>
      <p:sp>
        <p:nvSpPr>
          <p:cNvPr id="18" name="슬라이드 번호 개체 틀 1">
            <a:extLst>
              <a:ext uri="{FF2B5EF4-FFF2-40B4-BE49-F238E27FC236}">
                <a16:creationId xmlns:a16="http://schemas.microsoft.com/office/drawing/2014/main" xmlns="" id="{38FC227C-6DA3-814A-8C2D-2D68F02DF45E}"/>
              </a:ext>
            </a:extLst>
          </p:cNvPr>
          <p:cNvSpPr txBox="1">
            <a:spLocks/>
          </p:cNvSpPr>
          <p:nvPr userDrawn="1"/>
        </p:nvSpPr>
        <p:spPr>
          <a:xfrm>
            <a:off x="7236296" y="6530116"/>
            <a:ext cx="1907705" cy="365125"/>
          </a:xfrm>
          <a:prstGeom prst="rect">
            <a:avLst/>
          </a:prstGeom>
        </p:spPr>
        <p:txBody>
          <a:bodyPr vert="horz" lIns="121920" tIns="60960" rIns="121920" bIns="60960" rtlCol="0" anchor="ctr"/>
          <a:lstStyle>
            <a:defPPr>
              <a:defRPr lang="ko-KR"/>
            </a:defPPr>
            <a:lvl1pPr marL="0" algn="r" defTabSz="914400" rtl="0" eaLnBrk="1" latinLnBrk="1" hangingPunct="1">
              <a:defRPr sz="9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r>
              <a:rPr lang="en-US" altLang="ko-KR" sz="1400" b="1" dirty="0" smtClean="0">
                <a:solidFill>
                  <a:srgbClr val="7030A0"/>
                </a:solidFill>
                <a:latin typeface="+mj-lt"/>
              </a:rPr>
              <a:t> 4-</a:t>
            </a:r>
            <a:fld id="{89C70CB3-9FF8-4789-9F14-5B239AA3716F}" type="slidenum">
              <a:rPr lang="ko-KR" altLang="en-US" sz="1400" b="1" smtClean="0">
                <a:solidFill>
                  <a:srgbClr val="7030A0"/>
                </a:solidFill>
                <a:latin typeface="+mj-lt"/>
              </a:rPr>
              <a:pPr algn="r"/>
              <a:t>‹#›</a:t>
            </a:fld>
            <a:endParaRPr lang="ko-KR" altLang="en-US" sz="1400" b="1" dirty="0">
              <a:solidFill>
                <a:srgbClr val="7030A0"/>
              </a:solidFill>
              <a:latin typeface="+mj-lt"/>
            </a:endParaRPr>
          </a:p>
        </p:txBody>
      </p:sp>
      <p:pic>
        <p:nvPicPr>
          <p:cNvPr id="10" name="Picture 9">
            <a:extLst>
              <a:ext uri="{FF2B5EF4-FFF2-40B4-BE49-F238E27FC236}">
                <a16:creationId xmlns:a16="http://schemas.microsoft.com/office/drawing/2014/main" xmlns="" id="{04460920-8E0F-CD46-B2D1-07CF3BE127D1}"/>
              </a:ext>
            </a:extLst>
          </p:cNvPr>
          <p:cNvPicPr>
            <a:picLocks noChangeAspect="1"/>
          </p:cNvPicPr>
          <p:nvPr userDrawn="1"/>
        </p:nvPicPr>
        <p:blipFill>
          <a:blip r:embed="rId4"/>
          <a:stretch>
            <a:fillRect/>
          </a:stretch>
        </p:blipFill>
        <p:spPr>
          <a:xfrm rot="10800000">
            <a:off x="-2" y="6080"/>
            <a:ext cx="8172401" cy="785834"/>
          </a:xfrm>
          <a:prstGeom prst="rect">
            <a:avLst/>
          </a:prstGeom>
          <a:solidFill>
            <a:schemeClr val="accent2">
              <a:lumMod val="20000"/>
              <a:lumOff val="80000"/>
            </a:schemeClr>
          </a:solidFill>
        </p:spPr>
      </p:pic>
      <p:pic>
        <p:nvPicPr>
          <p:cNvPr id="11" name="Picture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203858" y="38185"/>
            <a:ext cx="845435" cy="845435"/>
          </a:xfrm>
          <a:prstGeom prst="rect">
            <a:avLst/>
          </a:prstGeom>
        </p:spPr>
      </p:pic>
    </p:spTree>
  </p:cSld>
  <p:clrMap bg1="lt1" tx1="dk1" bg2="lt2" tx2="dk2" accent1="accent1" accent2="accent2" accent3="accent3" accent4="accent4" accent5="accent5" accent6="accent6" hlink="hlink" folHlink="folHlink"/>
  <p:sldLayoutIdLst>
    <p:sldLayoutId id="2147483655" r:id="rId1"/>
    <p:sldLayoutId id="2147483656" r:id="rId2"/>
  </p:sldLayoutIdLst>
  <p:hf sldNum="0" hdr="0" ftr="0"/>
  <p:txStyles>
    <p:titleStyle>
      <a:lvl1pPr algn="l" rtl="0" eaLnBrk="1" fontAlgn="base" latinLnBrk="1" hangingPunct="1">
        <a:spcBef>
          <a:spcPct val="0"/>
        </a:spcBef>
        <a:spcAft>
          <a:spcPct val="0"/>
        </a:spcAft>
        <a:defRPr sz="2800" b="1">
          <a:solidFill>
            <a:schemeClr val="bg1"/>
          </a:solidFill>
          <a:latin typeface="+mj-lt"/>
          <a:ea typeface="+mj-ea"/>
          <a:cs typeface="+mj-cs"/>
        </a:defRPr>
      </a:lvl1pPr>
      <a:lvl2pPr algn="l" rtl="0" eaLnBrk="1" fontAlgn="base" latinLnBrk="1" hangingPunct="1">
        <a:spcBef>
          <a:spcPct val="0"/>
        </a:spcBef>
        <a:spcAft>
          <a:spcPct val="0"/>
        </a:spcAft>
        <a:defRPr sz="3600" b="1">
          <a:solidFill>
            <a:schemeClr val="tx2"/>
          </a:solidFill>
          <a:latin typeface="Arial" charset="0"/>
        </a:defRPr>
      </a:lvl2pPr>
      <a:lvl3pPr algn="l" rtl="0" eaLnBrk="1" fontAlgn="base" latinLnBrk="1" hangingPunct="1">
        <a:spcBef>
          <a:spcPct val="0"/>
        </a:spcBef>
        <a:spcAft>
          <a:spcPct val="0"/>
        </a:spcAft>
        <a:defRPr sz="3600" b="1">
          <a:solidFill>
            <a:schemeClr val="tx2"/>
          </a:solidFill>
          <a:latin typeface="Arial" charset="0"/>
        </a:defRPr>
      </a:lvl3pPr>
      <a:lvl4pPr algn="l" rtl="0" eaLnBrk="1" fontAlgn="base" latinLnBrk="1" hangingPunct="1">
        <a:spcBef>
          <a:spcPct val="0"/>
        </a:spcBef>
        <a:spcAft>
          <a:spcPct val="0"/>
        </a:spcAft>
        <a:defRPr sz="3600" b="1">
          <a:solidFill>
            <a:schemeClr val="tx2"/>
          </a:solidFill>
          <a:latin typeface="Arial" charset="0"/>
        </a:defRPr>
      </a:lvl4pPr>
      <a:lvl5pPr algn="l" rtl="0" eaLnBrk="1" fontAlgn="base" latinLnBrk="1" hangingPunct="1">
        <a:spcBef>
          <a:spcPct val="0"/>
        </a:spcBef>
        <a:spcAft>
          <a:spcPct val="0"/>
        </a:spcAft>
        <a:defRPr sz="3600" b="1">
          <a:solidFill>
            <a:schemeClr val="tx2"/>
          </a:solidFill>
          <a:latin typeface="Arial" charset="0"/>
        </a:defRPr>
      </a:lvl5pPr>
      <a:lvl6pPr marL="457200" algn="l" rtl="0" eaLnBrk="1" fontAlgn="base" latinLnBrk="1" hangingPunct="1">
        <a:spcBef>
          <a:spcPct val="0"/>
        </a:spcBef>
        <a:spcAft>
          <a:spcPct val="0"/>
        </a:spcAft>
        <a:defRPr sz="3600" b="1">
          <a:solidFill>
            <a:schemeClr val="tx2"/>
          </a:solidFill>
          <a:latin typeface="Arial" charset="0"/>
        </a:defRPr>
      </a:lvl6pPr>
      <a:lvl7pPr marL="914400" algn="l" rtl="0" eaLnBrk="1" fontAlgn="base" latinLnBrk="1" hangingPunct="1">
        <a:spcBef>
          <a:spcPct val="0"/>
        </a:spcBef>
        <a:spcAft>
          <a:spcPct val="0"/>
        </a:spcAft>
        <a:defRPr sz="3600" b="1">
          <a:solidFill>
            <a:schemeClr val="tx2"/>
          </a:solidFill>
          <a:latin typeface="Arial" charset="0"/>
        </a:defRPr>
      </a:lvl7pPr>
      <a:lvl8pPr marL="1371600" algn="l" rtl="0" eaLnBrk="1" fontAlgn="base" latinLnBrk="1" hangingPunct="1">
        <a:spcBef>
          <a:spcPct val="0"/>
        </a:spcBef>
        <a:spcAft>
          <a:spcPct val="0"/>
        </a:spcAft>
        <a:defRPr sz="3600" b="1">
          <a:solidFill>
            <a:schemeClr val="tx2"/>
          </a:solidFill>
          <a:latin typeface="Arial" charset="0"/>
        </a:defRPr>
      </a:lvl8pPr>
      <a:lvl9pPr marL="1828800" algn="l" rtl="0" eaLnBrk="1" fontAlgn="base" latinLnBrk="1" hangingPunct="1">
        <a:spcBef>
          <a:spcPct val="0"/>
        </a:spcBef>
        <a:spcAft>
          <a:spcPct val="0"/>
        </a:spcAft>
        <a:defRPr sz="3600" b="1">
          <a:solidFill>
            <a:schemeClr val="tx2"/>
          </a:solidFill>
          <a:latin typeface="Arial" charset="0"/>
        </a:defRPr>
      </a:lvl9pPr>
    </p:titleStyle>
    <p:bodyStyle>
      <a:lvl1pPr marL="342900" indent="-342900" algn="l" rtl="0" eaLnBrk="1" fontAlgn="base" latinLnBrk="1" hangingPunct="1">
        <a:spcBef>
          <a:spcPct val="20000"/>
        </a:spcBef>
        <a:spcAft>
          <a:spcPct val="0"/>
        </a:spcAft>
        <a:buFont typeface="Wingdings" pitchFamily="2" charset="2"/>
        <a:buChar char="q"/>
        <a:defRPr sz="3200" b="0">
          <a:solidFill>
            <a:srgbClr val="002060"/>
          </a:solidFill>
          <a:latin typeface="+mn-lt"/>
          <a:ea typeface="+mn-ea"/>
          <a:cs typeface="+mn-cs"/>
        </a:defRPr>
      </a:lvl1pPr>
      <a:lvl2pPr marL="742950" indent="-285750" algn="l" rtl="0" eaLnBrk="1" fontAlgn="base" latinLnBrk="1" hangingPunct="1">
        <a:spcBef>
          <a:spcPct val="20000"/>
        </a:spcBef>
        <a:spcAft>
          <a:spcPct val="0"/>
        </a:spcAft>
        <a:buFont typeface="Wingdings" pitchFamily="2" charset="2"/>
        <a:buChar char="v"/>
        <a:defRPr sz="2800" b="0">
          <a:solidFill>
            <a:schemeClr val="tx1"/>
          </a:solidFill>
          <a:latin typeface="+mn-lt"/>
        </a:defRPr>
      </a:lvl2pPr>
      <a:lvl3pPr marL="1143000" indent="-228600" algn="l" rtl="0" eaLnBrk="1" fontAlgn="base" latinLnBrk="1" hangingPunct="1">
        <a:spcBef>
          <a:spcPct val="20000"/>
        </a:spcBef>
        <a:spcAft>
          <a:spcPct val="0"/>
        </a:spcAft>
        <a:buFont typeface="Wingdings" pitchFamily="2" charset="2"/>
        <a:buChar char="Ø"/>
        <a:defRPr sz="2400" b="0">
          <a:solidFill>
            <a:schemeClr val="tx1"/>
          </a:solidFill>
          <a:latin typeface="+mn-lt"/>
        </a:defRPr>
      </a:lvl3pPr>
      <a:lvl4pPr marL="1600200" indent="-228600" algn="l" rtl="0" eaLnBrk="1" fontAlgn="base" latinLnBrk="1" hangingPunct="1">
        <a:spcBef>
          <a:spcPct val="20000"/>
        </a:spcBef>
        <a:spcAft>
          <a:spcPct val="0"/>
        </a:spcAft>
        <a:buFont typeface="Courier New" panose="02070309020205020404" pitchFamily="49" charset="0"/>
        <a:buChar char="o"/>
        <a:defRPr sz="2000" b="0">
          <a:solidFill>
            <a:schemeClr val="tx1"/>
          </a:solidFill>
          <a:latin typeface="+mn-lt"/>
        </a:defRPr>
      </a:lvl4pPr>
      <a:lvl5pPr marL="2057400" indent="-228600" algn="l" rtl="0" eaLnBrk="1" fontAlgn="base" latinLnBrk="1" hangingPunct="1">
        <a:spcBef>
          <a:spcPct val="20000"/>
        </a:spcBef>
        <a:spcAft>
          <a:spcPct val="0"/>
        </a:spcAft>
        <a:buFont typeface="Arial" panose="020B0604020202020204" pitchFamily="34" charset="0"/>
        <a:buChar char="•"/>
        <a:defRPr sz="2000" b="0">
          <a:solidFill>
            <a:schemeClr val="tx1"/>
          </a:solidFill>
          <a:latin typeface="+mn-lt"/>
        </a:defRPr>
      </a:lvl5pPr>
      <a:lvl6pPr marL="2514600" indent="-228600" algn="l" rtl="0" eaLnBrk="1" fontAlgn="base" latinLnBrk="1" hangingPunct="1">
        <a:spcBef>
          <a:spcPct val="20000"/>
        </a:spcBef>
        <a:spcAft>
          <a:spcPct val="0"/>
        </a:spcAft>
        <a:buChar char="»"/>
        <a:defRPr sz="2000" b="1">
          <a:solidFill>
            <a:schemeClr val="tx1"/>
          </a:solidFill>
          <a:latin typeface="+mn-lt"/>
        </a:defRPr>
      </a:lvl6pPr>
      <a:lvl7pPr marL="2971800" indent="-228600" algn="l" rtl="0" eaLnBrk="1" fontAlgn="base" latinLnBrk="1" hangingPunct="1">
        <a:spcBef>
          <a:spcPct val="20000"/>
        </a:spcBef>
        <a:spcAft>
          <a:spcPct val="0"/>
        </a:spcAft>
        <a:buChar char="»"/>
        <a:defRPr sz="2000" b="1">
          <a:solidFill>
            <a:schemeClr val="tx1"/>
          </a:solidFill>
          <a:latin typeface="+mn-lt"/>
        </a:defRPr>
      </a:lvl7pPr>
      <a:lvl8pPr marL="3429000" indent="-228600" algn="l" rtl="0" eaLnBrk="1" fontAlgn="base" latinLnBrk="1" hangingPunct="1">
        <a:spcBef>
          <a:spcPct val="20000"/>
        </a:spcBef>
        <a:spcAft>
          <a:spcPct val="0"/>
        </a:spcAft>
        <a:buChar char="»"/>
        <a:defRPr sz="2000" b="1">
          <a:solidFill>
            <a:schemeClr val="tx1"/>
          </a:solidFill>
          <a:latin typeface="+mn-lt"/>
        </a:defRPr>
      </a:lvl8pPr>
      <a:lvl9pPr marL="3886200" indent="-228600" algn="l" rtl="0" eaLnBrk="1" fontAlgn="base" latinLnBrk="1" hangingPunct="1">
        <a:spcBef>
          <a:spcPct val="20000"/>
        </a:spcBef>
        <a:spcAft>
          <a:spcPct val="0"/>
        </a:spcAft>
        <a:buChar char="»"/>
        <a:defRPr sz="2000" b="1">
          <a:solidFill>
            <a:schemeClr val="tx1"/>
          </a:solidFill>
          <a:latin typeface="+mn-lt"/>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zislam@sejong.ac.k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agiresearch/AIOS"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hyperlink" Target="https://docs.aios.foundation/aios-docs"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LCEmiRjPEtQ&amp;t=664s"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xmlns="" id="{3637ADCC-1FD9-3896-A104-4F421C35B736}"/>
              </a:ext>
            </a:extLst>
          </p:cNvPr>
          <p:cNvSpPr txBox="1">
            <a:spLocks/>
          </p:cNvSpPr>
          <p:nvPr/>
        </p:nvSpPr>
        <p:spPr>
          <a:xfrm>
            <a:off x="179512" y="0"/>
            <a:ext cx="5904656" cy="720080"/>
          </a:xfrm>
          <a:prstGeom prst="rect">
            <a:avLst/>
          </a:prstGeom>
        </p:spPr>
        <p:txBody>
          <a:bodyPr>
            <a:normAutofit/>
          </a:bodyPr>
          <a:lstStyle>
            <a:lvl1pPr algn="l" rtl="0" eaLnBrk="1" fontAlgn="base" latinLnBrk="1" hangingPunct="1">
              <a:spcBef>
                <a:spcPct val="0"/>
              </a:spcBef>
              <a:spcAft>
                <a:spcPct val="0"/>
              </a:spcAft>
              <a:defRPr sz="2800" b="1">
                <a:solidFill>
                  <a:schemeClr val="bg1"/>
                </a:solidFill>
                <a:latin typeface="+mj-lt"/>
                <a:ea typeface="+mj-ea"/>
                <a:cs typeface="+mj-cs"/>
              </a:defRPr>
            </a:lvl1pPr>
            <a:lvl2pPr algn="l" rtl="0" eaLnBrk="1" fontAlgn="base" latinLnBrk="1" hangingPunct="1">
              <a:spcBef>
                <a:spcPct val="0"/>
              </a:spcBef>
              <a:spcAft>
                <a:spcPct val="0"/>
              </a:spcAft>
              <a:defRPr sz="3600" b="1">
                <a:solidFill>
                  <a:schemeClr val="tx2"/>
                </a:solidFill>
                <a:latin typeface="Arial" charset="0"/>
              </a:defRPr>
            </a:lvl2pPr>
            <a:lvl3pPr algn="l" rtl="0" eaLnBrk="1" fontAlgn="base" latinLnBrk="1" hangingPunct="1">
              <a:spcBef>
                <a:spcPct val="0"/>
              </a:spcBef>
              <a:spcAft>
                <a:spcPct val="0"/>
              </a:spcAft>
              <a:defRPr sz="3600" b="1">
                <a:solidFill>
                  <a:schemeClr val="tx2"/>
                </a:solidFill>
                <a:latin typeface="Arial" charset="0"/>
              </a:defRPr>
            </a:lvl3pPr>
            <a:lvl4pPr algn="l" rtl="0" eaLnBrk="1" fontAlgn="base" latinLnBrk="1" hangingPunct="1">
              <a:spcBef>
                <a:spcPct val="0"/>
              </a:spcBef>
              <a:spcAft>
                <a:spcPct val="0"/>
              </a:spcAft>
              <a:defRPr sz="3600" b="1">
                <a:solidFill>
                  <a:schemeClr val="tx2"/>
                </a:solidFill>
                <a:latin typeface="Arial" charset="0"/>
              </a:defRPr>
            </a:lvl4pPr>
            <a:lvl5pPr algn="l" rtl="0" eaLnBrk="1" fontAlgn="base" latinLnBrk="1" hangingPunct="1">
              <a:spcBef>
                <a:spcPct val="0"/>
              </a:spcBef>
              <a:spcAft>
                <a:spcPct val="0"/>
              </a:spcAft>
              <a:defRPr sz="3600" b="1">
                <a:solidFill>
                  <a:schemeClr val="tx2"/>
                </a:solidFill>
                <a:latin typeface="Arial" charset="0"/>
              </a:defRPr>
            </a:lvl5pPr>
            <a:lvl6pPr marL="457200" algn="l" rtl="0" eaLnBrk="1" fontAlgn="base" latinLnBrk="1" hangingPunct="1">
              <a:spcBef>
                <a:spcPct val="0"/>
              </a:spcBef>
              <a:spcAft>
                <a:spcPct val="0"/>
              </a:spcAft>
              <a:defRPr sz="3600" b="1">
                <a:solidFill>
                  <a:schemeClr val="tx2"/>
                </a:solidFill>
                <a:latin typeface="Arial" charset="0"/>
              </a:defRPr>
            </a:lvl6pPr>
            <a:lvl7pPr marL="914400" algn="l" rtl="0" eaLnBrk="1" fontAlgn="base" latinLnBrk="1" hangingPunct="1">
              <a:spcBef>
                <a:spcPct val="0"/>
              </a:spcBef>
              <a:spcAft>
                <a:spcPct val="0"/>
              </a:spcAft>
              <a:defRPr sz="3600" b="1">
                <a:solidFill>
                  <a:schemeClr val="tx2"/>
                </a:solidFill>
                <a:latin typeface="Arial" charset="0"/>
              </a:defRPr>
            </a:lvl7pPr>
            <a:lvl8pPr marL="1371600" algn="l" rtl="0" eaLnBrk="1" fontAlgn="base" latinLnBrk="1" hangingPunct="1">
              <a:spcBef>
                <a:spcPct val="0"/>
              </a:spcBef>
              <a:spcAft>
                <a:spcPct val="0"/>
              </a:spcAft>
              <a:defRPr sz="3600" b="1">
                <a:solidFill>
                  <a:schemeClr val="tx2"/>
                </a:solidFill>
                <a:latin typeface="Arial" charset="0"/>
              </a:defRPr>
            </a:lvl8pPr>
            <a:lvl9pPr marL="1828800" algn="l" rtl="0" eaLnBrk="1" fontAlgn="base" latinLnBrk="1" hangingPunct="1">
              <a:spcBef>
                <a:spcPct val="0"/>
              </a:spcBef>
              <a:spcAft>
                <a:spcPct val="0"/>
              </a:spcAft>
              <a:defRPr sz="3600" b="1">
                <a:solidFill>
                  <a:schemeClr val="tx2"/>
                </a:solidFill>
                <a:latin typeface="Arial" charset="0"/>
              </a:defRPr>
            </a:lvl9pPr>
          </a:lstStyle>
          <a:p>
            <a:r>
              <a:rPr lang="en-US" sz="3600" kern="0" dirty="0" smtClean="0">
                <a:solidFill>
                  <a:schemeClr val="tx1"/>
                </a:solidFill>
                <a:latin typeface="Times New Roman" panose="02020603050405020304" pitchFamily="18" charset="0"/>
                <a:cs typeface="Times New Roman" panose="02020603050405020304" pitchFamily="18" charset="0"/>
              </a:rPr>
              <a:t>OPERATING SYSTEM</a:t>
            </a:r>
            <a:endParaRPr lang="en-US" sz="3600" kern="0" dirty="0">
              <a:solidFill>
                <a:schemeClr val="tx1"/>
              </a:solidFill>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xmlns="" id="{341D7321-62D6-4D6D-20ED-DDF1FD2289EA}"/>
              </a:ext>
            </a:extLst>
          </p:cNvPr>
          <p:cNvGrpSpPr/>
          <p:nvPr/>
        </p:nvGrpSpPr>
        <p:grpSpPr>
          <a:xfrm>
            <a:off x="197644" y="3997743"/>
            <a:ext cx="3024336" cy="1357556"/>
            <a:chOff x="229418" y="3491716"/>
            <a:chExt cx="3600400" cy="1357556"/>
          </a:xfrm>
        </p:grpSpPr>
        <p:sp>
          <p:nvSpPr>
            <p:cNvPr id="15" name="TextBox 14"/>
            <p:cNvSpPr txBox="1"/>
            <p:nvPr/>
          </p:nvSpPr>
          <p:spPr>
            <a:xfrm>
              <a:off x="229418" y="3648943"/>
              <a:ext cx="3600400" cy="1200329"/>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Islam Muhammad Zubair</a:t>
              </a:r>
            </a:p>
            <a:p>
              <a:r>
                <a:rPr lang="en-US" dirty="0">
                  <a:latin typeface="Times New Roman" panose="02020603050405020304" pitchFamily="18" charset="0"/>
                  <a:cs typeface="Times New Roman" panose="02020603050405020304" pitchFamily="18" charset="0"/>
                  <a:hlinkClick r:id="rId3"/>
                </a:rPr>
                <a:t>mzislam@sejong.ac.kr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Office 459 AI Center</a:t>
              </a:r>
            </a:p>
          </p:txBody>
        </p:sp>
        <p:cxnSp>
          <p:nvCxnSpPr>
            <p:cNvPr id="19" name="Straight Connector 18"/>
            <p:cNvCxnSpPr/>
            <p:nvPr/>
          </p:nvCxnSpPr>
          <p:spPr bwMode="auto">
            <a:xfrm>
              <a:off x="278904" y="3861048"/>
              <a:ext cx="263336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3" name="Rectangle 22"/>
            <p:cNvSpPr/>
            <p:nvPr/>
          </p:nvSpPr>
          <p:spPr>
            <a:xfrm>
              <a:off x="1258104" y="3491716"/>
              <a:ext cx="902811" cy="369332"/>
            </a:xfrm>
            <a:prstGeom prst="rect">
              <a:avLst/>
            </a:prstGeom>
          </p:spPr>
          <p:txBody>
            <a:bodyPr wrap="none">
              <a:spAutoFit/>
            </a:bodyPr>
            <a:lstStyle/>
            <a:p>
              <a:pPr algn="ctr"/>
              <a:r>
                <a:rPr lang="en-US" dirty="0">
                  <a:solidFill>
                    <a:srgbClr val="0432FF"/>
                  </a:solidFill>
                  <a:latin typeface="Times New Roman" panose="02020603050405020304" pitchFamily="18" charset="0"/>
                  <a:cs typeface="Times New Roman" panose="02020603050405020304" pitchFamily="18" charset="0"/>
                </a:rPr>
                <a:t>Contact</a:t>
              </a:r>
            </a:p>
          </p:txBody>
        </p:sp>
      </p:grpSp>
      <p:sp>
        <p:nvSpPr>
          <p:cNvPr id="3" name="Rectangle 2">
            <a:extLst>
              <a:ext uri="{FF2B5EF4-FFF2-40B4-BE49-F238E27FC236}">
                <a16:creationId xmlns:a16="http://schemas.microsoft.com/office/drawing/2014/main" xmlns="" id="{B40311FF-2520-8CB8-8C6D-07AFE1BAC2E0}"/>
              </a:ext>
            </a:extLst>
          </p:cNvPr>
          <p:cNvSpPr/>
          <p:nvPr/>
        </p:nvSpPr>
        <p:spPr>
          <a:xfrm>
            <a:off x="197644" y="3429000"/>
            <a:ext cx="2089803" cy="369332"/>
          </a:xfrm>
          <a:prstGeom prst="rect">
            <a:avLst/>
          </a:prstGeom>
        </p:spPr>
        <p:txBody>
          <a:bodyPr wrap="none">
            <a:spAutoFit/>
          </a:bodyPr>
          <a:lstStyle/>
          <a:p>
            <a:r>
              <a:rPr lang="en-US" dirty="0">
                <a:solidFill>
                  <a:srgbClr val="0432FF"/>
                </a:solidFill>
                <a:latin typeface="Times New Roman" panose="02020603050405020304" pitchFamily="18" charset="0"/>
                <a:cs typeface="Times New Roman" panose="02020603050405020304" pitchFamily="18" charset="0"/>
              </a:rPr>
              <a:t>Spring 2026-Week </a:t>
            </a:r>
            <a:r>
              <a:rPr lang="en-US" dirty="0" smtClean="0">
                <a:solidFill>
                  <a:srgbClr val="0432FF"/>
                </a:solidFill>
                <a:latin typeface="Times New Roman" panose="02020603050405020304" pitchFamily="18" charset="0"/>
                <a:cs typeface="Times New Roman" panose="02020603050405020304" pitchFamily="18" charset="0"/>
              </a:rPr>
              <a:t>5</a:t>
            </a:r>
            <a:endParaRPr lang="en-US" dirty="0">
              <a:solidFill>
                <a:srgbClr val="0432FF"/>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C3387D29-CCA9-2969-08CC-05984C92303C}"/>
              </a:ext>
            </a:extLst>
          </p:cNvPr>
          <p:cNvSpPr txBox="1">
            <a:spLocks/>
          </p:cNvSpPr>
          <p:nvPr/>
        </p:nvSpPr>
        <p:spPr>
          <a:xfrm>
            <a:off x="167317" y="2527964"/>
            <a:ext cx="4536504" cy="1085702"/>
          </a:xfrm>
          <a:prstGeom prst="rect">
            <a:avLst/>
          </a:prstGeom>
        </p:spPr>
        <p:txBody>
          <a:bodyPr>
            <a:normAutofit/>
          </a:bodyPr>
          <a:lstStyle>
            <a:lvl1pPr algn="l" rtl="0" eaLnBrk="1" fontAlgn="base" latinLnBrk="1" hangingPunct="1">
              <a:spcBef>
                <a:spcPct val="0"/>
              </a:spcBef>
              <a:spcAft>
                <a:spcPct val="0"/>
              </a:spcAft>
              <a:defRPr sz="2800" b="1">
                <a:solidFill>
                  <a:schemeClr val="bg1"/>
                </a:solidFill>
                <a:latin typeface="+mj-lt"/>
                <a:ea typeface="+mj-ea"/>
                <a:cs typeface="+mj-cs"/>
              </a:defRPr>
            </a:lvl1pPr>
            <a:lvl2pPr algn="l" rtl="0" eaLnBrk="1" fontAlgn="base" latinLnBrk="1" hangingPunct="1">
              <a:spcBef>
                <a:spcPct val="0"/>
              </a:spcBef>
              <a:spcAft>
                <a:spcPct val="0"/>
              </a:spcAft>
              <a:defRPr sz="3600" b="1">
                <a:solidFill>
                  <a:schemeClr val="tx2"/>
                </a:solidFill>
                <a:latin typeface="Arial" charset="0"/>
              </a:defRPr>
            </a:lvl2pPr>
            <a:lvl3pPr algn="l" rtl="0" eaLnBrk="1" fontAlgn="base" latinLnBrk="1" hangingPunct="1">
              <a:spcBef>
                <a:spcPct val="0"/>
              </a:spcBef>
              <a:spcAft>
                <a:spcPct val="0"/>
              </a:spcAft>
              <a:defRPr sz="3600" b="1">
                <a:solidFill>
                  <a:schemeClr val="tx2"/>
                </a:solidFill>
                <a:latin typeface="Arial" charset="0"/>
              </a:defRPr>
            </a:lvl3pPr>
            <a:lvl4pPr algn="l" rtl="0" eaLnBrk="1" fontAlgn="base" latinLnBrk="1" hangingPunct="1">
              <a:spcBef>
                <a:spcPct val="0"/>
              </a:spcBef>
              <a:spcAft>
                <a:spcPct val="0"/>
              </a:spcAft>
              <a:defRPr sz="3600" b="1">
                <a:solidFill>
                  <a:schemeClr val="tx2"/>
                </a:solidFill>
                <a:latin typeface="Arial" charset="0"/>
              </a:defRPr>
            </a:lvl4pPr>
            <a:lvl5pPr algn="l" rtl="0" eaLnBrk="1" fontAlgn="base" latinLnBrk="1" hangingPunct="1">
              <a:spcBef>
                <a:spcPct val="0"/>
              </a:spcBef>
              <a:spcAft>
                <a:spcPct val="0"/>
              </a:spcAft>
              <a:defRPr sz="3600" b="1">
                <a:solidFill>
                  <a:schemeClr val="tx2"/>
                </a:solidFill>
                <a:latin typeface="Arial" charset="0"/>
              </a:defRPr>
            </a:lvl5pPr>
            <a:lvl6pPr marL="457200" algn="l" rtl="0" eaLnBrk="1" fontAlgn="base" latinLnBrk="1" hangingPunct="1">
              <a:spcBef>
                <a:spcPct val="0"/>
              </a:spcBef>
              <a:spcAft>
                <a:spcPct val="0"/>
              </a:spcAft>
              <a:defRPr sz="3600" b="1">
                <a:solidFill>
                  <a:schemeClr val="tx2"/>
                </a:solidFill>
                <a:latin typeface="Arial" charset="0"/>
              </a:defRPr>
            </a:lvl6pPr>
            <a:lvl7pPr marL="914400" algn="l" rtl="0" eaLnBrk="1" fontAlgn="base" latinLnBrk="1" hangingPunct="1">
              <a:spcBef>
                <a:spcPct val="0"/>
              </a:spcBef>
              <a:spcAft>
                <a:spcPct val="0"/>
              </a:spcAft>
              <a:defRPr sz="3600" b="1">
                <a:solidFill>
                  <a:schemeClr val="tx2"/>
                </a:solidFill>
                <a:latin typeface="Arial" charset="0"/>
              </a:defRPr>
            </a:lvl7pPr>
            <a:lvl8pPr marL="1371600" algn="l" rtl="0" eaLnBrk="1" fontAlgn="base" latinLnBrk="1" hangingPunct="1">
              <a:spcBef>
                <a:spcPct val="0"/>
              </a:spcBef>
              <a:spcAft>
                <a:spcPct val="0"/>
              </a:spcAft>
              <a:defRPr sz="3600" b="1">
                <a:solidFill>
                  <a:schemeClr val="tx2"/>
                </a:solidFill>
                <a:latin typeface="Arial" charset="0"/>
              </a:defRPr>
            </a:lvl8pPr>
            <a:lvl9pPr marL="1828800" algn="l" rtl="0" eaLnBrk="1" fontAlgn="base" latinLnBrk="1" hangingPunct="1">
              <a:spcBef>
                <a:spcPct val="0"/>
              </a:spcBef>
              <a:spcAft>
                <a:spcPct val="0"/>
              </a:spcAft>
              <a:defRPr sz="3600" b="1">
                <a:solidFill>
                  <a:schemeClr val="tx2"/>
                </a:solidFill>
                <a:latin typeface="Arial" charset="0"/>
              </a:defRPr>
            </a:lvl9pPr>
          </a:lstStyle>
          <a:p>
            <a:r>
              <a:rPr lang="en-US" sz="2500" kern="0" dirty="0" smtClean="0">
                <a:solidFill>
                  <a:srgbClr val="7030A0"/>
                </a:solidFill>
                <a:latin typeface="Times New Roman" panose="02020603050405020304" pitchFamily="18" charset="0"/>
                <a:cs typeface="Times New Roman" panose="02020603050405020304" pitchFamily="18" charset="0"/>
              </a:rPr>
              <a:t>Processes-III</a:t>
            </a:r>
            <a:endParaRPr lang="en-US" sz="2500" kern="0" dirty="0">
              <a:solidFill>
                <a:srgbClr val="7030A0"/>
              </a:solidFill>
              <a:latin typeface="Times New Roman" panose="02020603050405020304" pitchFamily="18" charset="0"/>
              <a:cs typeface="Times New Roman" panose="02020603050405020304" pitchFamily="18" charset="0"/>
            </a:endParaRPr>
          </a:p>
          <a:p>
            <a:endParaRPr lang="en-US" sz="3600" kern="0" dirty="0">
              <a:solidFill>
                <a:schemeClr val="tx1"/>
              </a:solidFill>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4"/>
          <a:stretch>
            <a:fillRect/>
          </a:stretch>
        </p:blipFill>
        <p:spPr>
          <a:xfrm>
            <a:off x="3151543" y="980728"/>
            <a:ext cx="5783349" cy="5544616"/>
          </a:xfrm>
          <a:prstGeom prst="rect">
            <a:avLst/>
          </a:prstGeom>
        </p:spPr>
      </p:pic>
    </p:spTree>
    <p:extLst>
      <p:ext uri="{BB962C8B-B14F-4D97-AF65-F5344CB8AC3E}">
        <p14:creationId xmlns:p14="http://schemas.microsoft.com/office/powerpoint/2010/main" val="5273294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1762021" cy="507831"/>
          </a:xfrm>
          <a:prstGeom prst="rect">
            <a:avLst/>
          </a:prstGeom>
        </p:spPr>
        <p:txBody>
          <a:bodyPr wrap="none">
            <a:spAutoFit/>
          </a:bodyPr>
          <a:lstStyle/>
          <a:p>
            <a:r>
              <a:rPr lang="en-US" altLang="en-US" sz="2700" b="1" dirty="0">
                <a:effectLst>
                  <a:outerShdw blurRad="38100" dist="38100" dir="2700000" algn="tl">
                    <a:srgbClr val="000000">
                      <a:alpha val="43137"/>
                    </a:srgbClr>
                  </a:outerShdw>
                </a:effectLst>
                <a:latin typeface="Arial Black"/>
                <a:ea typeface="+mj-ea"/>
                <a:cs typeface="Arial Black"/>
              </a:rPr>
              <a:t>Outlines</a:t>
            </a:r>
          </a:p>
        </p:txBody>
      </p:sp>
      <p:sp>
        <p:nvSpPr>
          <p:cNvPr id="3" name="Content Placeholder 2">
            <a:extLst>
              <a:ext uri="{FF2B5EF4-FFF2-40B4-BE49-F238E27FC236}">
                <a16:creationId xmlns:a16="http://schemas.microsoft.com/office/drawing/2014/main" xmlns="" id="{3AF1AA1E-EF27-B039-072E-A86A743DD441}"/>
              </a:ext>
            </a:extLst>
          </p:cNvPr>
          <p:cNvSpPr txBox="1">
            <a:spLocks/>
          </p:cNvSpPr>
          <p:nvPr/>
        </p:nvSpPr>
        <p:spPr>
          <a:xfrm>
            <a:off x="395536" y="1628800"/>
            <a:ext cx="7992888" cy="35283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Font typeface="Wingdings" panose="05000000000000000000" pitchFamily="2" charset="2"/>
              <a:buChar char="§"/>
            </a:pPr>
            <a:r>
              <a:rPr lang="en-US" sz="2200" dirty="0" smtClean="0">
                <a:latin typeface="Times New Roman" panose="02020603050405020304" pitchFamily="18" charset="0"/>
                <a:cs typeface="Times New Roman" panose="02020603050405020304" pitchFamily="18" charset="0"/>
              </a:rPr>
              <a:t>Recap Last Class</a:t>
            </a:r>
            <a:endParaRPr lang="en-US" sz="2200" dirty="0">
              <a:latin typeface="Times New Roman" panose="02020603050405020304" pitchFamily="18" charset="0"/>
              <a:cs typeface="Times New Roman" panose="02020603050405020304" pitchFamily="18" charset="0"/>
            </a:endParaRPr>
          </a:p>
          <a:p>
            <a:pPr fontAlgn="auto">
              <a:spcAft>
                <a:spcPts val="0"/>
              </a:spcAft>
              <a:buFont typeface="Wingdings" panose="05000000000000000000" pitchFamily="2" charset="2"/>
              <a:buChar char="§"/>
            </a:pPr>
            <a:r>
              <a:rPr lang="en-US" sz="2200" dirty="0" smtClean="0">
                <a:latin typeface="Times New Roman" panose="02020603050405020304" pitchFamily="18" charset="0"/>
                <a:cs typeface="Times New Roman" panose="02020603050405020304" pitchFamily="18" charset="0"/>
              </a:rPr>
              <a:t>Process and daemons</a:t>
            </a:r>
          </a:p>
          <a:p>
            <a:pPr fontAlgn="auto">
              <a:spcAft>
                <a:spcPts val="0"/>
              </a:spcAft>
              <a:buFont typeface="Wingdings" panose="05000000000000000000" pitchFamily="2" charset="2"/>
              <a:buChar char="§"/>
            </a:pPr>
            <a:r>
              <a:rPr lang="en-US" sz="2200" dirty="0" smtClean="0">
                <a:latin typeface="Times New Roman" panose="02020603050405020304" pitchFamily="18" charset="0"/>
                <a:cs typeface="Times New Roman" panose="02020603050405020304" pitchFamily="18" charset="0"/>
              </a:rPr>
              <a:t>Hands-On Practice</a:t>
            </a:r>
          </a:p>
        </p:txBody>
      </p:sp>
    </p:spTree>
    <p:extLst>
      <p:ext uri="{BB962C8B-B14F-4D97-AF65-F5344CB8AC3E}">
        <p14:creationId xmlns:p14="http://schemas.microsoft.com/office/powerpoint/2010/main" val="38729726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5994077" cy="461665"/>
          </a:xfrm>
          <a:prstGeom prst="rect">
            <a:avLst/>
          </a:prstGeom>
        </p:spPr>
        <p:txBody>
          <a:bodyPr wrap="none">
            <a:spAutoFit/>
          </a:bodyPr>
          <a:lstStyle/>
          <a:p>
            <a:r>
              <a:rPr lang="en-US" altLang="en-US" sz="2400" b="1" dirty="0">
                <a:solidFill>
                  <a:srgbClr val="0070C0"/>
                </a:solidFill>
                <a:effectLst>
                  <a:outerShdw blurRad="38100" dist="38100" dir="2700000" algn="tl">
                    <a:srgbClr val="000000">
                      <a:alpha val="43137"/>
                    </a:srgbClr>
                  </a:outerShdw>
                </a:effectLst>
                <a:latin typeface="Arial Black"/>
                <a:cs typeface="Arial Black"/>
              </a:rPr>
              <a:t>Recap</a:t>
            </a:r>
            <a:r>
              <a:rPr lang="en-US" altLang="en-US" sz="2400" b="1" dirty="0">
                <a:effectLst>
                  <a:outerShdw blurRad="38100" dist="38100" dir="2700000" algn="tl">
                    <a:srgbClr val="000000">
                      <a:alpha val="43137"/>
                    </a:srgbClr>
                  </a:outerShdw>
                </a:effectLst>
                <a:latin typeface="Arial Black"/>
                <a:cs typeface="Arial Black"/>
              </a:rPr>
              <a:t>: </a:t>
            </a:r>
            <a:r>
              <a:rPr lang="en-US" altLang="en-US" sz="2400" b="1" dirty="0" smtClean="0">
                <a:effectLst>
                  <a:outerShdw blurRad="38100" dist="38100" dir="2700000" algn="tl">
                    <a:srgbClr val="000000">
                      <a:alpha val="43137"/>
                    </a:srgbClr>
                  </a:outerShdw>
                </a:effectLst>
                <a:latin typeface="Arial Black"/>
                <a:cs typeface="Arial Black"/>
              </a:rPr>
              <a:t>User Mode Vs Kernel Mode</a:t>
            </a:r>
            <a:endParaRPr lang="en-US" altLang="en-US" sz="2400" b="1" dirty="0">
              <a:effectLst>
                <a:outerShdw blurRad="38100" dist="38100" dir="2700000" algn="tl">
                  <a:srgbClr val="000000">
                    <a:alpha val="43137"/>
                  </a:srgbClr>
                </a:outerShdw>
              </a:effectLst>
              <a:latin typeface="Arial Black"/>
              <a:ea typeface="+mj-ea"/>
              <a:cs typeface="Arial Black"/>
            </a:endParaRPr>
          </a:p>
        </p:txBody>
      </p:sp>
      <p:sp>
        <p:nvSpPr>
          <p:cNvPr id="5" name="TextBox 4"/>
          <p:cNvSpPr txBox="1"/>
          <p:nvPr/>
        </p:nvSpPr>
        <p:spPr>
          <a:xfrm>
            <a:off x="251520" y="980728"/>
            <a:ext cx="8496944" cy="1107996"/>
          </a:xfrm>
          <a:prstGeom prst="rect">
            <a:avLst/>
          </a:prstGeom>
          <a:noFill/>
        </p:spPr>
        <p:txBody>
          <a:bodyPr wrap="square" rtlCol="0">
            <a:spAutoFit/>
          </a:bodyPr>
          <a:lstStyle/>
          <a:p>
            <a:pPr algn="just"/>
            <a:r>
              <a:rPr lang="en-US" sz="2200" dirty="0">
                <a:latin typeface="+mj-lt"/>
              </a:rPr>
              <a:t>A system call is the programmatic way a user-level application requests services from the operating system's kernel, acting as a secure interface to privileged resources.</a:t>
            </a:r>
          </a:p>
        </p:txBody>
      </p:sp>
      <p:pic>
        <p:nvPicPr>
          <p:cNvPr id="3" name="Picture 2"/>
          <p:cNvPicPr>
            <a:picLocks noChangeAspect="1"/>
          </p:cNvPicPr>
          <p:nvPr/>
        </p:nvPicPr>
        <p:blipFill>
          <a:blip r:embed="rId3"/>
          <a:stretch>
            <a:fillRect/>
          </a:stretch>
        </p:blipFill>
        <p:spPr>
          <a:xfrm>
            <a:off x="539552" y="2348880"/>
            <a:ext cx="7620000" cy="3810000"/>
          </a:xfrm>
          <a:prstGeom prst="rect">
            <a:avLst/>
          </a:prstGeom>
        </p:spPr>
      </p:pic>
    </p:spTree>
    <p:extLst>
      <p:ext uri="{BB962C8B-B14F-4D97-AF65-F5344CB8AC3E}">
        <p14:creationId xmlns:p14="http://schemas.microsoft.com/office/powerpoint/2010/main" val="7628575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4871718" cy="523220"/>
          </a:xfrm>
          <a:prstGeom prst="rect">
            <a:avLst/>
          </a:prstGeom>
        </p:spPr>
        <p:txBody>
          <a:bodyPr wrap="none">
            <a:spAutoFit/>
          </a:bodyPr>
          <a:lstStyle/>
          <a:p>
            <a:r>
              <a:rPr lang="en-US" altLang="en-US" sz="2800" b="1" dirty="0">
                <a:solidFill>
                  <a:srgbClr val="0070C0"/>
                </a:solidFill>
                <a:effectLst>
                  <a:outerShdw blurRad="38100" dist="38100" dir="2700000" algn="tl">
                    <a:srgbClr val="000000">
                      <a:alpha val="43137"/>
                    </a:srgbClr>
                  </a:outerShdw>
                </a:effectLst>
                <a:latin typeface="Arial Black"/>
                <a:cs typeface="Arial Black"/>
              </a:rPr>
              <a:t>Recap</a:t>
            </a:r>
            <a:r>
              <a:rPr lang="en-US" altLang="en-US" sz="2800" b="1" dirty="0">
                <a:effectLst>
                  <a:outerShdw blurRad="38100" dist="38100" dir="2700000" algn="tl">
                    <a:srgbClr val="000000">
                      <a:alpha val="43137"/>
                    </a:srgbClr>
                  </a:outerShdw>
                </a:effectLst>
                <a:latin typeface="Arial Black"/>
                <a:cs typeface="Arial Black"/>
              </a:rPr>
              <a:t>: </a:t>
            </a:r>
            <a:r>
              <a:rPr lang="en-US" altLang="en-US" sz="2700" b="1" dirty="0" smtClean="0">
                <a:effectLst>
                  <a:outerShdw blurRad="38100" dist="38100" dir="2700000" algn="tl">
                    <a:srgbClr val="000000">
                      <a:alpha val="43137"/>
                    </a:srgbClr>
                  </a:outerShdw>
                </a:effectLst>
                <a:latin typeface="Arial Black"/>
                <a:ea typeface="+mj-ea"/>
                <a:cs typeface="Arial Black"/>
              </a:rPr>
              <a:t>Process </a:t>
            </a:r>
            <a:r>
              <a:rPr lang="en-US" altLang="en-US" sz="2700" b="1" dirty="0">
                <a:effectLst>
                  <a:outerShdw blurRad="38100" dist="38100" dir="2700000" algn="tl">
                    <a:srgbClr val="000000">
                      <a:alpha val="43137"/>
                    </a:srgbClr>
                  </a:outerShdw>
                </a:effectLst>
                <a:latin typeface="Arial Black"/>
                <a:ea typeface="+mj-ea"/>
                <a:cs typeface="Arial Black"/>
              </a:rPr>
              <a:t>creation</a:t>
            </a:r>
          </a:p>
        </p:txBody>
      </p:sp>
      <p:pic>
        <p:nvPicPr>
          <p:cNvPr id="3" name="Picture 2"/>
          <p:cNvPicPr>
            <a:picLocks noChangeAspect="1"/>
          </p:cNvPicPr>
          <p:nvPr/>
        </p:nvPicPr>
        <p:blipFill>
          <a:blip r:embed="rId3"/>
          <a:stretch>
            <a:fillRect/>
          </a:stretch>
        </p:blipFill>
        <p:spPr>
          <a:xfrm>
            <a:off x="539552" y="1484784"/>
            <a:ext cx="7704856" cy="3985269"/>
          </a:xfrm>
          <a:prstGeom prst="rect">
            <a:avLst/>
          </a:prstGeom>
        </p:spPr>
      </p:pic>
    </p:spTree>
    <p:extLst>
      <p:ext uri="{BB962C8B-B14F-4D97-AF65-F5344CB8AC3E}">
        <p14:creationId xmlns:p14="http://schemas.microsoft.com/office/powerpoint/2010/main" val="7581382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4658263" cy="507831"/>
          </a:xfrm>
          <a:prstGeom prst="rect">
            <a:avLst/>
          </a:prstGeom>
        </p:spPr>
        <p:txBody>
          <a:bodyPr wrap="none">
            <a:spAutoFit/>
          </a:bodyPr>
          <a:lstStyle/>
          <a:p>
            <a:r>
              <a:rPr lang="en-US" altLang="en-US" sz="2700" b="1" dirty="0">
                <a:effectLst>
                  <a:outerShdw blurRad="38100" dist="38100" dir="2700000" algn="tl">
                    <a:srgbClr val="000000">
                      <a:alpha val="43137"/>
                    </a:srgbClr>
                  </a:outerShdw>
                </a:effectLst>
                <a:latin typeface="Arial Black"/>
                <a:ea typeface="+mj-ea"/>
                <a:cs typeface="Arial Black"/>
              </a:rPr>
              <a:t>Process </a:t>
            </a:r>
            <a:r>
              <a:rPr lang="en-US" altLang="en-US" sz="2700" b="1" dirty="0" smtClean="0">
                <a:effectLst>
                  <a:outerShdw blurRad="38100" dist="38100" dir="2700000" algn="tl">
                    <a:srgbClr val="000000">
                      <a:alpha val="43137"/>
                    </a:srgbClr>
                  </a:outerShdw>
                </a:effectLst>
                <a:latin typeface="Arial Black"/>
                <a:ea typeface="+mj-ea"/>
                <a:cs typeface="Arial Black"/>
              </a:rPr>
              <a:t>creation: </a:t>
            </a:r>
            <a:r>
              <a:rPr lang="en-US" altLang="en-US" sz="2700" b="1" dirty="0" smtClean="0">
                <a:solidFill>
                  <a:srgbClr val="0432FF"/>
                </a:solidFill>
                <a:effectLst>
                  <a:outerShdw blurRad="38100" dist="38100" dir="2700000" algn="tl">
                    <a:srgbClr val="000000">
                      <a:alpha val="43137"/>
                    </a:srgbClr>
                  </a:outerShdw>
                </a:effectLst>
                <a:latin typeface="Arial Black"/>
                <a:ea typeface="+mj-ea"/>
                <a:cs typeface="Arial Black"/>
              </a:rPr>
              <a:t>fork()</a:t>
            </a:r>
            <a:endParaRPr lang="en-US" altLang="en-US" sz="2700" b="1" dirty="0">
              <a:solidFill>
                <a:srgbClr val="0432FF"/>
              </a:solidFill>
              <a:effectLst>
                <a:outerShdw blurRad="38100" dist="38100" dir="2700000" algn="tl">
                  <a:srgbClr val="000000">
                    <a:alpha val="43137"/>
                  </a:srgbClr>
                </a:outerShdw>
              </a:effectLst>
              <a:latin typeface="Arial Black"/>
              <a:ea typeface="+mj-ea"/>
              <a:cs typeface="Arial Black"/>
            </a:endParaRPr>
          </a:p>
        </p:txBody>
      </p:sp>
      <p:sp>
        <p:nvSpPr>
          <p:cNvPr id="3" name="TextBox 2"/>
          <p:cNvSpPr txBox="1"/>
          <p:nvPr/>
        </p:nvSpPr>
        <p:spPr>
          <a:xfrm>
            <a:off x="107504" y="931709"/>
            <a:ext cx="8712968" cy="769441"/>
          </a:xfrm>
          <a:prstGeom prst="rect">
            <a:avLst/>
          </a:prstGeom>
          <a:noFill/>
        </p:spPr>
        <p:txBody>
          <a:bodyPr wrap="square" rtlCol="0">
            <a:spAutoFit/>
          </a:bodyPr>
          <a:lstStyle/>
          <a:p>
            <a:pPr algn="just"/>
            <a:r>
              <a:rPr lang="en-US" sz="2200" b="1" dirty="0" smtClean="0"/>
              <a:t>Fork(): </a:t>
            </a:r>
            <a:r>
              <a:rPr lang="en-US" sz="2200" dirty="0" smtClean="0"/>
              <a:t>The fork () system call is </a:t>
            </a:r>
            <a:r>
              <a:rPr lang="en-US" sz="2200" dirty="0" smtClean="0"/>
              <a:t>used </a:t>
            </a:r>
            <a:r>
              <a:rPr lang="en-US" sz="2200" dirty="0" smtClean="0"/>
              <a:t>to create a </a:t>
            </a:r>
            <a:r>
              <a:rPr lang="en-US" sz="2200" dirty="0" smtClean="0">
                <a:solidFill>
                  <a:srgbClr val="C00000"/>
                </a:solidFill>
              </a:rPr>
              <a:t>separate, duplicate process</a:t>
            </a:r>
            <a:r>
              <a:rPr lang="en-US" sz="2200" dirty="0" smtClean="0"/>
              <a:t>.</a:t>
            </a:r>
          </a:p>
        </p:txBody>
      </p:sp>
      <p:sp>
        <p:nvSpPr>
          <p:cNvPr id="8" name="Rectangle 7"/>
          <p:cNvSpPr/>
          <p:nvPr/>
        </p:nvSpPr>
        <p:spPr>
          <a:xfrm>
            <a:off x="179512" y="1844824"/>
            <a:ext cx="6336704" cy="2585323"/>
          </a:xfrm>
          <a:prstGeom prst="rect">
            <a:avLst/>
          </a:prstGeom>
        </p:spPr>
        <p:txBody>
          <a:bodyPr wrap="square">
            <a:spAutoFit/>
          </a:bodyPr>
          <a:lstStyle/>
          <a:p>
            <a:r>
              <a:rPr lang="en-US" dirty="0"/>
              <a:t>// </a:t>
            </a:r>
            <a:r>
              <a:rPr lang="en-US" dirty="0" err="1" smtClean="0"/>
              <a:t>test.c</a:t>
            </a:r>
            <a:endParaRPr lang="en-US" dirty="0"/>
          </a:p>
          <a:p>
            <a:r>
              <a:rPr lang="en-US" dirty="0"/>
              <a:t>#include &lt;</a:t>
            </a:r>
            <a:r>
              <a:rPr lang="en-US" dirty="0" err="1"/>
              <a:t>stdio.h</a:t>
            </a:r>
            <a:r>
              <a:rPr lang="en-US" dirty="0" smtClean="0"/>
              <a:t>&gt;</a:t>
            </a:r>
          </a:p>
          <a:p>
            <a:r>
              <a:rPr lang="en-US" dirty="0" smtClean="0"/>
              <a:t>#include &lt;sys/</a:t>
            </a:r>
            <a:r>
              <a:rPr lang="en-US" dirty="0" err="1" smtClean="0"/>
              <a:t>types.h</a:t>
            </a:r>
            <a:r>
              <a:rPr lang="en-US" dirty="0" smtClean="0"/>
              <a:t>&gt;</a:t>
            </a:r>
          </a:p>
          <a:p>
            <a:r>
              <a:rPr lang="en-US" dirty="0" smtClean="0"/>
              <a:t>#include &lt;</a:t>
            </a:r>
            <a:r>
              <a:rPr lang="en-US" dirty="0" err="1" smtClean="0"/>
              <a:t>unistd.h</a:t>
            </a:r>
            <a:r>
              <a:rPr lang="en-US" dirty="0" smtClean="0"/>
              <a:t>&gt;</a:t>
            </a:r>
            <a:endParaRPr lang="en-US" dirty="0"/>
          </a:p>
          <a:p>
            <a:r>
              <a:rPr lang="en-US" dirty="0" err="1"/>
              <a:t>int</a:t>
            </a:r>
            <a:r>
              <a:rPr lang="en-US" dirty="0"/>
              <a:t> main() </a:t>
            </a:r>
            <a:r>
              <a:rPr lang="en-US" dirty="0" smtClean="0"/>
              <a:t>{</a:t>
            </a:r>
          </a:p>
          <a:p>
            <a:r>
              <a:rPr lang="en-US" dirty="0"/>
              <a:t> </a:t>
            </a:r>
            <a:r>
              <a:rPr lang="en-US" dirty="0" smtClean="0"/>
              <a:t>   </a:t>
            </a:r>
            <a:r>
              <a:rPr lang="en-US" b="1" dirty="0" smtClean="0">
                <a:solidFill>
                  <a:srgbClr val="0432FF"/>
                </a:solidFill>
              </a:rPr>
              <a:t>fork();</a:t>
            </a:r>
            <a:endParaRPr lang="en-US" b="1" dirty="0">
              <a:solidFill>
                <a:srgbClr val="0432FF"/>
              </a:solidFill>
            </a:endParaRPr>
          </a:p>
          <a:p>
            <a:r>
              <a:rPr lang="en-US" dirty="0"/>
              <a:t>    </a:t>
            </a:r>
            <a:r>
              <a:rPr lang="en-US" dirty="0" err="1"/>
              <a:t>printf</a:t>
            </a:r>
            <a:r>
              <a:rPr lang="en-US" dirty="0"/>
              <a:t>("Hello from user space!\</a:t>
            </a:r>
            <a:r>
              <a:rPr lang="en-US" dirty="0" smtClean="0"/>
              <a:t>n PID = %d\n“, </a:t>
            </a:r>
            <a:r>
              <a:rPr lang="en-US" dirty="0" err="1" smtClean="0"/>
              <a:t>getpid</a:t>
            </a:r>
            <a:r>
              <a:rPr lang="en-US" dirty="0" smtClean="0"/>
              <a:t>());</a:t>
            </a:r>
            <a:endParaRPr lang="en-US" dirty="0"/>
          </a:p>
          <a:p>
            <a:r>
              <a:rPr lang="en-US" dirty="0"/>
              <a:t>    return 0;</a:t>
            </a:r>
          </a:p>
          <a:p>
            <a:r>
              <a:rPr lang="en-US" dirty="0"/>
              <a:t>}</a:t>
            </a:r>
          </a:p>
        </p:txBody>
      </p:sp>
      <p:sp>
        <p:nvSpPr>
          <p:cNvPr id="9" name="Rectangle 8"/>
          <p:cNvSpPr/>
          <p:nvPr/>
        </p:nvSpPr>
        <p:spPr>
          <a:xfrm>
            <a:off x="6084168" y="2798253"/>
            <a:ext cx="2986715" cy="646331"/>
          </a:xfrm>
          <a:prstGeom prst="rect">
            <a:avLst/>
          </a:prstGeom>
        </p:spPr>
        <p:txBody>
          <a:bodyPr wrap="none">
            <a:spAutoFit/>
          </a:bodyPr>
          <a:lstStyle/>
          <a:p>
            <a:pPr marL="285750" indent="-285750">
              <a:buFont typeface="Arial" panose="020B0604020202020204" pitchFamily="34" charset="0"/>
              <a:buChar char="•"/>
            </a:pPr>
            <a:r>
              <a:rPr lang="en-US" dirty="0" err="1"/>
              <a:t>gcc</a:t>
            </a:r>
            <a:r>
              <a:rPr lang="en-US" dirty="0"/>
              <a:t> </a:t>
            </a:r>
            <a:r>
              <a:rPr lang="en-US" dirty="0" err="1"/>
              <a:t>test.c</a:t>
            </a:r>
            <a:r>
              <a:rPr lang="en-US" dirty="0"/>
              <a:t> -o </a:t>
            </a:r>
            <a:r>
              <a:rPr lang="en-US" dirty="0" err="1" smtClean="0"/>
              <a:t>getid_demo</a:t>
            </a:r>
            <a:endParaRPr lang="en-US" dirty="0" smtClean="0"/>
          </a:p>
          <a:p>
            <a:pPr marL="285750" indent="-285750">
              <a:buFont typeface="Arial" panose="020B0604020202020204" pitchFamily="34" charset="0"/>
              <a:buChar char="•"/>
            </a:pPr>
            <a:r>
              <a:rPr lang="en-US" dirty="0" smtClean="0"/>
              <a:t>./</a:t>
            </a:r>
            <a:r>
              <a:rPr lang="en-US" dirty="0" err="1" smtClean="0"/>
              <a:t>getid_demo</a:t>
            </a:r>
            <a:endParaRPr lang="en-US" dirty="0" smtClean="0"/>
          </a:p>
        </p:txBody>
      </p:sp>
      <p:pic>
        <p:nvPicPr>
          <p:cNvPr id="5" name="Picture 4"/>
          <p:cNvPicPr>
            <a:picLocks noChangeAspect="1"/>
          </p:cNvPicPr>
          <p:nvPr/>
        </p:nvPicPr>
        <p:blipFill>
          <a:blip r:embed="rId3"/>
          <a:stretch>
            <a:fillRect/>
          </a:stretch>
        </p:blipFill>
        <p:spPr>
          <a:xfrm>
            <a:off x="1187624" y="4149080"/>
            <a:ext cx="7272808" cy="2147927"/>
          </a:xfrm>
          <a:prstGeom prst="rect">
            <a:avLst/>
          </a:prstGeom>
        </p:spPr>
      </p:pic>
    </p:spTree>
    <p:extLst>
      <p:ext uri="{BB962C8B-B14F-4D97-AF65-F5344CB8AC3E}">
        <p14:creationId xmlns:p14="http://schemas.microsoft.com/office/powerpoint/2010/main" val="29053653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4933210" cy="523220"/>
          </a:xfrm>
          <a:prstGeom prst="rect">
            <a:avLst/>
          </a:prstGeom>
        </p:spPr>
        <p:txBody>
          <a:bodyPr wrap="none">
            <a:spAutoFit/>
          </a:bodyPr>
          <a:lstStyle/>
          <a:p>
            <a:r>
              <a:rPr lang="en-US" altLang="en-US" sz="2700" b="1" dirty="0">
                <a:effectLst>
                  <a:outerShdw blurRad="38100" dist="38100" dir="2700000" algn="tl">
                    <a:srgbClr val="000000">
                      <a:alpha val="43137"/>
                    </a:srgbClr>
                  </a:outerShdw>
                </a:effectLst>
                <a:latin typeface="Arial Black"/>
                <a:ea typeface="+mj-ea"/>
                <a:cs typeface="Arial Black"/>
              </a:rPr>
              <a:t>Process </a:t>
            </a:r>
            <a:r>
              <a:rPr lang="en-US" altLang="en-US" sz="2700" b="1" dirty="0" smtClean="0">
                <a:effectLst>
                  <a:outerShdw blurRad="38100" dist="38100" dir="2700000" algn="tl">
                    <a:srgbClr val="000000">
                      <a:alpha val="43137"/>
                    </a:srgbClr>
                  </a:outerShdw>
                </a:effectLst>
                <a:latin typeface="Arial Black"/>
                <a:ea typeface="+mj-ea"/>
                <a:cs typeface="Arial Black"/>
              </a:rPr>
              <a:t>creation: </a:t>
            </a:r>
            <a:r>
              <a:rPr lang="en-US" sz="2800" b="1" dirty="0">
                <a:solidFill>
                  <a:srgbClr val="0432FF"/>
                </a:solidFill>
              </a:rPr>
              <a:t>Exec(): </a:t>
            </a:r>
            <a:endParaRPr lang="en-US" altLang="en-US" sz="2700" b="1" dirty="0">
              <a:solidFill>
                <a:srgbClr val="0432FF"/>
              </a:solidFill>
              <a:effectLst>
                <a:outerShdw blurRad="38100" dist="38100" dir="2700000" algn="tl">
                  <a:srgbClr val="000000">
                    <a:alpha val="43137"/>
                  </a:srgbClr>
                </a:outerShdw>
              </a:effectLst>
              <a:latin typeface="Arial Black"/>
              <a:ea typeface="+mj-ea"/>
              <a:cs typeface="Arial Black"/>
            </a:endParaRPr>
          </a:p>
        </p:txBody>
      </p:sp>
      <p:sp>
        <p:nvSpPr>
          <p:cNvPr id="3" name="TextBox 2"/>
          <p:cNvSpPr txBox="1"/>
          <p:nvPr/>
        </p:nvSpPr>
        <p:spPr>
          <a:xfrm>
            <a:off x="123862" y="842764"/>
            <a:ext cx="8712968" cy="769441"/>
          </a:xfrm>
          <a:prstGeom prst="rect">
            <a:avLst/>
          </a:prstGeom>
          <a:noFill/>
        </p:spPr>
        <p:txBody>
          <a:bodyPr wrap="square" rtlCol="0">
            <a:spAutoFit/>
          </a:bodyPr>
          <a:lstStyle/>
          <a:p>
            <a:pPr algn="just"/>
            <a:r>
              <a:rPr lang="en-US" sz="2200" b="1" dirty="0" smtClean="0"/>
              <a:t>Exec(): </a:t>
            </a:r>
            <a:r>
              <a:rPr lang="en-US" sz="2200" dirty="0" smtClean="0"/>
              <a:t>when an exec() system call is invoked, the program specified in the parameter to exec() will </a:t>
            </a:r>
            <a:r>
              <a:rPr lang="en-US" sz="2200" dirty="0" smtClean="0">
                <a:solidFill>
                  <a:srgbClr val="C00000"/>
                </a:solidFill>
              </a:rPr>
              <a:t>replace the entire process</a:t>
            </a:r>
            <a:endParaRPr lang="en-US" sz="2200" dirty="0">
              <a:solidFill>
                <a:srgbClr val="C00000"/>
              </a:solidFill>
            </a:endParaRPr>
          </a:p>
        </p:txBody>
      </p:sp>
      <p:sp>
        <p:nvSpPr>
          <p:cNvPr id="9" name="Rectangle 8"/>
          <p:cNvSpPr/>
          <p:nvPr/>
        </p:nvSpPr>
        <p:spPr>
          <a:xfrm>
            <a:off x="6012160" y="2113496"/>
            <a:ext cx="2332690" cy="646331"/>
          </a:xfrm>
          <a:prstGeom prst="rect">
            <a:avLst/>
          </a:prstGeom>
        </p:spPr>
        <p:txBody>
          <a:bodyPr wrap="none">
            <a:spAutoFit/>
          </a:bodyPr>
          <a:lstStyle/>
          <a:p>
            <a:pPr marL="285750" indent="-285750">
              <a:buFont typeface="Arial" panose="020B0604020202020204" pitchFamily="34" charset="0"/>
              <a:buChar char="•"/>
            </a:pPr>
            <a:r>
              <a:rPr lang="en-US" dirty="0" err="1"/>
              <a:t>gcc</a:t>
            </a:r>
            <a:r>
              <a:rPr lang="en-US" dirty="0"/>
              <a:t> pro1.c -o </a:t>
            </a:r>
            <a:r>
              <a:rPr lang="en-US" dirty="0" smtClean="0"/>
              <a:t>pro1</a:t>
            </a:r>
            <a:endParaRPr lang="en-US" dirty="0"/>
          </a:p>
          <a:p>
            <a:pPr marL="285750" indent="-285750">
              <a:buFont typeface="Arial" panose="020B0604020202020204" pitchFamily="34" charset="0"/>
              <a:buChar char="•"/>
            </a:pPr>
            <a:r>
              <a:rPr lang="en-US" dirty="0" smtClean="0"/>
              <a:t>./pro1</a:t>
            </a:r>
            <a:endParaRPr lang="en-US" dirty="0"/>
          </a:p>
        </p:txBody>
      </p:sp>
      <p:sp>
        <p:nvSpPr>
          <p:cNvPr id="5" name="Rectangle 4"/>
          <p:cNvSpPr/>
          <p:nvPr/>
        </p:nvSpPr>
        <p:spPr>
          <a:xfrm>
            <a:off x="323528" y="1830506"/>
            <a:ext cx="6253127" cy="3416320"/>
          </a:xfrm>
          <a:prstGeom prst="rect">
            <a:avLst/>
          </a:prstGeom>
        </p:spPr>
        <p:txBody>
          <a:bodyPr wrap="square">
            <a:spAutoFit/>
          </a:bodyPr>
          <a:lstStyle/>
          <a:p>
            <a:r>
              <a:rPr lang="en-US" b="1" dirty="0" smtClean="0">
                <a:solidFill>
                  <a:srgbClr val="0432FF"/>
                </a:solidFill>
              </a:rPr>
              <a:t>//proc1</a:t>
            </a:r>
          </a:p>
          <a:p>
            <a:r>
              <a:rPr lang="en-US" dirty="0" smtClean="0"/>
              <a:t>#</a:t>
            </a:r>
            <a:r>
              <a:rPr lang="en-US" dirty="0"/>
              <a:t>include &lt;</a:t>
            </a:r>
            <a:r>
              <a:rPr lang="en-US" dirty="0" err="1"/>
              <a:t>stdio.h</a:t>
            </a:r>
            <a:r>
              <a:rPr lang="en-US" dirty="0"/>
              <a:t>&gt;</a:t>
            </a:r>
          </a:p>
          <a:p>
            <a:r>
              <a:rPr lang="en-US" dirty="0"/>
              <a:t>#include &lt;</a:t>
            </a:r>
            <a:r>
              <a:rPr lang="en-US" dirty="0" err="1"/>
              <a:t>stdlib.h</a:t>
            </a:r>
            <a:r>
              <a:rPr lang="en-US" dirty="0"/>
              <a:t>&gt;</a:t>
            </a:r>
          </a:p>
          <a:p>
            <a:r>
              <a:rPr lang="en-US" dirty="0"/>
              <a:t>#include &lt;</a:t>
            </a:r>
            <a:r>
              <a:rPr lang="en-US" dirty="0" err="1"/>
              <a:t>unistd.h</a:t>
            </a:r>
            <a:r>
              <a:rPr lang="en-US" dirty="0"/>
              <a:t>&gt;</a:t>
            </a:r>
          </a:p>
          <a:p>
            <a:r>
              <a:rPr lang="en-US" dirty="0" err="1"/>
              <a:t>int</a:t>
            </a:r>
            <a:r>
              <a:rPr lang="en-US" dirty="0"/>
              <a:t> main(</a:t>
            </a:r>
            <a:r>
              <a:rPr lang="en-US" dirty="0" err="1"/>
              <a:t>int</a:t>
            </a:r>
            <a:r>
              <a:rPr lang="en-US" dirty="0"/>
              <a:t> </a:t>
            </a:r>
            <a:r>
              <a:rPr lang="en-US" dirty="0" err="1"/>
              <a:t>argc</a:t>
            </a:r>
            <a:r>
              <a:rPr lang="en-US" dirty="0"/>
              <a:t>, char *</a:t>
            </a:r>
            <a:r>
              <a:rPr lang="en-US" dirty="0" err="1"/>
              <a:t>argv</a:t>
            </a:r>
            <a:r>
              <a:rPr lang="en-US" dirty="0"/>
              <a:t>[])</a:t>
            </a:r>
          </a:p>
          <a:p>
            <a:r>
              <a:rPr lang="en-US" dirty="0"/>
              <a:t>{</a:t>
            </a:r>
          </a:p>
          <a:p>
            <a:r>
              <a:rPr lang="en-US" dirty="0"/>
              <a:t>    </a:t>
            </a:r>
            <a:r>
              <a:rPr lang="en-US" dirty="0" err="1"/>
              <a:t>printf</a:t>
            </a:r>
            <a:r>
              <a:rPr lang="en-US" dirty="0"/>
              <a:t>("PID of Proc-1 file: PID = %d\n", </a:t>
            </a:r>
            <a:r>
              <a:rPr lang="en-US" dirty="0" err="1"/>
              <a:t>getpid</a:t>
            </a:r>
            <a:r>
              <a:rPr lang="en-US" dirty="0"/>
              <a:t>());</a:t>
            </a:r>
          </a:p>
          <a:p>
            <a:r>
              <a:rPr lang="en-US" dirty="0"/>
              <a:t>    char *</a:t>
            </a:r>
            <a:r>
              <a:rPr lang="en-US" dirty="0" err="1"/>
              <a:t>args</a:t>
            </a:r>
            <a:r>
              <a:rPr lang="en-US" dirty="0"/>
              <a:t>[]= {"Hello", "OS", "Class", NULL};</a:t>
            </a:r>
          </a:p>
          <a:p>
            <a:r>
              <a:rPr lang="en-US" dirty="0"/>
              <a:t>    </a:t>
            </a:r>
            <a:r>
              <a:rPr lang="en-US" dirty="0" err="1"/>
              <a:t>execv</a:t>
            </a:r>
            <a:r>
              <a:rPr lang="en-US" dirty="0"/>
              <a:t>("./pro2", </a:t>
            </a:r>
            <a:r>
              <a:rPr lang="en-US" dirty="0" err="1"/>
              <a:t>args</a:t>
            </a:r>
            <a:r>
              <a:rPr lang="en-US" dirty="0"/>
              <a:t>);</a:t>
            </a:r>
          </a:p>
          <a:p>
            <a:r>
              <a:rPr lang="en-US" dirty="0"/>
              <a:t>    </a:t>
            </a:r>
            <a:r>
              <a:rPr lang="en-US" dirty="0" err="1"/>
              <a:t>printf</a:t>
            </a:r>
            <a:r>
              <a:rPr lang="en-US" dirty="0"/>
              <a:t>("Back to Proc-1 file");</a:t>
            </a:r>
          </a:p>
          <a:p>
            <a:r>
              <a:rPr lang="en-US" dirty="0"/>
              <a:t>    return 0;</a:t>
            </a:r>
          </a:p>
          <a:p>
            <a:r>
              <a:rPr lang="en-US" dirty="0"/>
              <a:t>}</a:t>
            </a:r>
          </a:p>
        </p:txBody>
      </p:sp>
    </p:spTree>
    <p:extLst>
      <p:ext uri="{BB962C8B-B14F-4D97-AF65-F5344CB8AC3E}">
        <p14:creationId xmlns:p14="http://schemas.microsoft.com/office/powerpoint/2010/main" val="2186325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4933210" cy="523220"/>
          </a:xfrm>
          <a:prstGeom prst="rect">
            <a:avLst/>
          </a:prstGeom>
        </p:spPr>
        <p:txBody>
          <a:bodyPr wrap="none">
            <a:spAutoFit/>
          </a:bodyPr>
          <a:lstStyle/>
          <a:p>
            <a:r>
              <a:rPr lang="en-US" altLang="en-US" sz="2700" b="1" dirty="0">
                <a:effectLst>
                  <a:outerShdw blurRad="38100" dist="38100" dir="2700000" algn="tl">
                    <a:srgbClr val="000000">
                      <a:alpha val="43137"/>
                    </a:srgbClr>
                  </a:outerShdw>
                </a:effectLst>
                <a:latin typeface="Arial Black"/>
                <a:ea typeface="+mj-ea"/>
                <a:cs typeface="Arial Black"/>
              </a:rPr>
              <a:t>Process </a:t>
            </a:r>
            <a:r>
              <a:rPr lang="en-US" altLang="en-US" sz="2700" b="1" dirty="0" smtClean="0">
                <a:effectLst>
                  <a:outerShdw blurRad="38100" dist="38100" dir="2700000" algn="tl">
                    <a:srgbClr val="000000">
                      <a:alpha val="43137"/>
                    </a:srgbClr>
                  </a:outerShdw>
                </a:effectLst>
                <a:latin typeface="Arial Black"/>
                <a:ea typeface="+mj-ea"/>
                <a:cs typeface="Arial Black"/>
              </a:rPr>
              <a:t>creation: </a:t>
            </a:r>
            <a:r>
              <a:rPr lang="en-US" sz="2800" b="1" dirty="0">
                <a:solidFill>
                  <a:srgbClr val="0432FF"/>
                </a:solidFill>
              </a:rPr>
              <a:t>Exec(): </a:t>
            </a:r>
            <a:endParaRPr lang="en-US" altLang="en-US" sz="2700" b="1" dirty="0">
              <a:solidFill>
                <a:srgbClr val="0432FF"/>
              </a:solidFill>
              <a:effectLst>
                <a:outerShdw blurRad="38100" dist="38100" dir="2700000" algn="tl">
                  <a:srgbClr val="000000">
                    <a:alpha val="43137"/>
                  </a:srgbClr>
                </a:outerShdw>
              </a:effectLst>
              <a:latin typeface="Arial Black"/>
              <a:ea typeface="+mj-ea"/>
              <a:cs typeface="Arial Black"/>
            </a:endParaRPr>
          </a:p>
        </p:txBody>
      </p:sp>
      <p:sp>
        <p:nvSpPr>
          <p:cNvPr id="3" name="TextBox 2"/>
          <p:cNvSpPr txBox="1"/>
          <p:nvPr/>
        </p:nvSpPr>
        <p:spPr>
          <a:xfrm>
            <a:off x="123862" y="842764"/>
            <a:ext cx="8712968" cy="769441"/>
          </a:xfrm>
          <a:prstGeom prst="rect">
            <a:avLst/>
          </a:prstGeom>
          <a:noFill/>
        </p:spPr>
        <p:txBody>
          <a:bodyPr wrap="square" rtlCol="0">
            <a:spAutoFit/>
          </a:bodyPr>
          <a:lstStyle/>
          <a:p>
            <a:pPr algn="just"/>
            <a:r>
              <a:rPr lang="en-US" sz="2200" b="1" dirty="0" smtClean="0"/>
              <a:t>Exec(): </a:t>
            </a:r>
            <a:r>
              <a:rPr lang="en-US" sz="2200" dirty="0" smtClean="0"/>
              <a:t>when an exec() system call is invoked, the program specified in the parameter to exec() will </a:t>
            </a:r>
            <a:r>
              <a:rPr lang="en-US" sz="2200" dirty="0" smtClean="0">
                <a:solidFill>
                  <a:srgbClr val="C00000"/>
                </a:solidFill>
              </a:rPr>
              <a:t>replace the entire process</a:t>
            </a:r>
            <a:endParaRPr lang="en-US" sz="2200" dirty="0">
              <a:solidFill>
                <a:srgbClr val="C00000"/>
              </a:solidFill>
            </a:endParaRPr>
          </a:p>
        </p:txBody>
      </p:sp>
      <p:sp>
        <p:nvSpPr>
          <p:cNvPr id="8" name="Rectangle 7"/>
          <p:cNvSpPr/>
          <p:nvPr/>
        </p:nvSpPr>
        <p:spPr>
          <a:xfrm>
            <a:off x="395536" y="1830506"/>
            <a:ext cx="5472608" cy="2862322"/>
          </a:xfrm>
          <a:prstGeom prst="rect">
            <a:avLst/>
          </a:prstGeom>
        </p:spPr>
        <p:txBody>
          <a:bodyPr wrap="square">
            <a:spAutoFit/>
          </a:bodyPr>
          <a:lstStyle/>
          <a:p>
            <a:r>
              <a:rPr lang="en-US" b="1" dirty="0" smtClean="0">
                <a:solidFill>
                  <a:srgbClr val="0432FF"/>
                </a:solidFill>
              </a:rPr>
              <a:t>//proc2</a:t>
            </a:r>
          </a:p>
          <a:p>
            <a:r>
              <a:rPr lang="en-US" dirty="0" smtClean="0"/>
              <a:t>#</a:t>
            </a:r>
            <a:r>
              <a:rPr lang="en-US" dirty="0"/>
              <a:t>include &lt;</a:t>
            </a:r>
            <a:r>
              <a:rPr lang="en-US" dirty="0" err="1"/>
              <a:t>stdio.h</a:t>
            </a:r>
            <a:r>
              <a:rPr lang="en-US" dirty="0"/>
              <a:t>&gt;</a:t>
            </a:r>
          </a:p>
          <a:p>
            <a:r>
              <a:rPr lang="en-US" dirty="0"/>
              <a:t>#include &lt;</a:t>
            </a:r>
            <a:r>
              <a:rPr lang="en-US" dirty="0" err="1"/>
              <a:t>stdlib.h</a:t>
            </a:r>
            <a:r>
              <a:rPr lang="en-US" dirty="0"/>
              <a:t>&gt;</a:t>
            </a:r>
          </a:p>
          <a:p>
            <a:r>
              <a:rPr lang="en-US" dirty="0"/>
              <a:t>#include &lt;</a:t>
            </a:r>
            <a:r>
              <a:rPr lang="en-US" dirty="0" err="1"/>
              <a:t>unistd.h</a:t>
            </a:r>
            <a:r>
              <a:rPr lang="en-US" dirty="0"/>
              <a:t>&gt;</a:t>
            </a:r>
          </a:p>
          <a:p>
            <a:r>
              <a:rPr lang="en-US" dirty="0" err="1"/>
              <a:t>int</a:t>
            </a:r>
            <a:r>
              <a:rPr lang="en-US" dirty="0"/>
              <a:t> main(</a:t>
            </a:r>
            <a:r>
              <a:rPr lang="en-US" dirty="0" err="1"/>
              <a:t>int</a:t>
            </a:r>
            <a:r>
              <a:rPr lang="en-US" dirty="0"/>
              <a:t> </a:t>
            </a:r>
            <a:r>
              <a:rPr lang="en-US" dirty="0" err="1"/>
              <a:t>argc</a:t>
            </a:r>
            <a:r>
              <a:rPr lang="en-US" dirty="0"/>
              <a:t>, char *</a:t>
            </a:r>
            <a:r>
              <a:rPr lang="en-US" dirty="0" err="1"/>
              <a:t>argv</a:t>
            </a:r>
            <a:r>
              <a:rPr lang="en-US" dirty="0"/>
              <a:t>[])</a:t>
            </a:r>
          </a:p>
          <a:p>
            <a:r>
              <a:rPr lang="en-US" dirty="0"/>
              <a:t>{</a:t>
            </a:r>
          </a:p>
          <a:p>
            <a:r>
              <a:rPr lang="en-US" dirty="0"/>
              <a:t>    </a:t>
            </a:r>
            <a:r>
              <a:rPr lang="en-US" dirty="0" err="1"/>
              <a:t>printf</a:t>
            </a:r>
            <a:r>
              <a:rPr lang="en-US" dirty="0"/>
              <a:t>("We are in Proc2 File\n");</a:t>
            </a:r>
          </a:p>
          <a:p>
            <a:r>
              <a:rPr lang="en-US" dirty="0"/>
              <a:t>    </a:t>
            </a:r>
            <a:r>
              <a:rPr lang="en-US" dirty="0" err="1"/>
              <a:t>printf</a:t>
            </a:r>
            <a:r>
              <a:rPr lang="en-US" dirty="0"/>
              <a:t>("PID of Proc2 File: PID = %d\n", </a:t>
            </a:r>
            <a:r>
              <a:rPr lang="en-US" dirty="0" err="1"/>
              <a:t>getpid</a:t>
            </a:r>
            <a:r>
              <a:rPr lang="en-US" dirty="0"/>
              <a:t>());</a:t>
            </a:r>
          </a:p>
          <a:p>
            <a:r>
              <a:rPr lang="en-US" dirty="0"/>
              <a:t>    return 0</a:t>
            </a:r>
            <a:r>
              <a:rPr lang="en-US" dirty="0" smtClean="0"/>
              <a:t>;</a:t>
            </a:r>
            <a:endParaRPr lang="en-US" dirty="0"/>
          </a:p>
          <a:p>
            <a:r>
              <a:rPr lang="en-US" dirty="0"/>
              <a:t>}</a:t>
            </a:r>
          </a:p>
        </p:txBody>
      </p:sp>
      <p:sp>
        <p:nvSpPr>
          <p:cNvPr id="9" name="Rectangle 8"/>
          <p:cNvSpPr/>
          <p:nvPr/>
        </p:nvSpPr>
        <p:spPr>
          <a:xfrm>
            <a:off x="6516498" y="3068960"/>
            <a:ext cx="2332690" cy="646331"/>
          </a:xfrm>
          <a:prstGeom prst="rect">
            <a:avLst/>
          </a:prstGeom>
        </p:spPr>
        <p:txBody>
          <a:bodyPr wrap="none">
            <a:spAutoFit/>
          </a:bodyPr>
          <a:lstStyle/>
          <a:p>
            <a:pPr marL="285750" indent="-285750">
              <a:buFont typeface="Arial" panose="020B0604020202020204" pitchFamily="34" charset="0"/>
              <a:buChar char="•"/>
            </a:pPr>
            <a:r>
              <a:rPr lang="en-US" dirty="0" err="1" smtClean="0"/>
              <a:t>gcc</a:t>
            </a:r>
            <a:r>
              <a:rPr lang="en-US" dirty="0" smtClean="0"/>
              <a:t> </a:t>
            </a:r>
            <a:r>
              <a:rPr lang="en-US" dirty="0"/>
              <a:t>pro2.c -o </a:t>
            </a:r>
            <a:r>
              <a:rPr lang="en-US" dirty="0" smtClean="0"/>
              <a:t>pro2</a:t>
            </a:r>
          </a:p>
          <a:p>
            <a:pPr marL="285750" indent="-285750">
              <a:buFont typeface="Arial" panose="020B0604020202020204" pitchFamily="34" charset="0"/>
              <a:buChar char="•"/>
            </a:pPr>
            <a:r>
              <a:rPr lang="en-US" dirty="0"/>
              <a:t>./</a:t>
            </a:r>
            <a:r>
              <a:rPr lang="en-US" dirty="0" smtClean="0"/>
              <a:t>pro2</a:t>
            </a:r>
            <a:endParaRPr lang="en-US" dirty="0"/>
          </a:p>
        </p:txBody>
      </p:sp>
    </p:spTree>
    <p:extLst>
      <p:ext uri="{BB962C8B-B14F-4D97-AF65-F5344CB8AC3E}">
        <p14:creationId xmlns:p14="http://schemas.microsoft.com/office/powerpoint/2010/main" val="36233155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4933210" cy="523220"/>
          </a:xfrm>
          <a:prstGeom prst="rect">
            <a:avLst/>
          </a:prstGeom>
        </p:spPr>
        <p:txBody>
          <a:bodyPr wrap="none">
            <a:spAutoFit/>
          </a:bodyPr>
          <a:lstStyle/>
          <a:p>
            <a:r>
              <a:rPr lang="en-US" altLang="en-US" sz="2700" b="1" dirty="0">
                <a:effectLst>
                  <a:outerShdw blurRad="38100" dist="38100" dir="2700000" algn="tl">
                    <a:srgbClr val="000000">
                      <a:alpha val="43137"/>
                    </a:srgbClr>
                  </a:outerShdw>
                </a:effectLst>
                <a:latin typeface="Arial Black"/>
                <a:ea typeface="+mj-ea"/>
                <a:cs typeface="Arial Black"/>
              </a:rPr>
              <a:t>Process </a:t>
            </a:r>
            <a:r>
              <a:rPr lang="en-US" altLang="en-US" sz="2700" b="1" dirty="0" smtClean="0">
                <a:effectLst>
                  <a:outerShdw blurRad="38100" dist="38100" dir="2700000" algn="tl">
                    <a:srgbClr val="000000">
                      <a:alpha val="43137"/>
                    </a:srgbClr>
                  </a:outerShdw>
                </a:effectLst>
                <a:latin typeface="Arial Black"/>
                <a:ea typeface="+mj-ea"/>
                <a:cs typeface="Arial Black"/>
              </a:rPr>
              <a:t>creation: </a:t>
            </a:r>
            <a:r>
              <a:rPr lang="en-US" sz="2800" b="1" dirty="0">
                <a:solidFill>
                  <a:srgbClr val="0432FF"/>
                </a:solidFill>
              </a:rPr>
              <a:t>Exec()</a:t>
            </a:r>
            <a:r>
              <a:rPr lang="en-US" sz="2800" b="1" dirty="0"/>
              <a:t>: </a:t>
            </a:r>
            <a:endParaRPr lang="en-US" altLang="en-US" sz="2700" b="1" dirty="0">
              <a:effectLst>
                <a:outerShdw blurRad="38100" dist="38100" dir="2700000" algn="tl">
                  <a:srgbClr val="000000">
                    <a:alpha val="43137"/>
                  </a:srgbClr>
                </a:outerShdw>
              </a:effectLst>
              <a:latin typeface="Arial Black"/>
              <a:ea typeface="+mj-ea"/>
              <a:cs typeface="Arial Black"/>
            </a:endParaRPr>
          </a:p>
        </p:txBody>
      </p:sp>
      <p:sp>
        <p:nvSpPr>
          <p:cNvPr id="3" name="TextBox 2"/>
          <p:cNvSpPr txBox="1"/>
          <p:nvPr/>
        </p:nvSpPr>
        <p:spPr>
          <a:xfrm>
            <a:off x="107504" y="988083"/>
            <a:ext cx="8712968" cy="769441"/>
          </a:xfrm>
          <a:prstGeom prst="rect">
            <a:avLst/>
          </a:prstGeom>
          <a:noFill/>
        </p:spPr>
        <p:txBody>
          <a:bodyPr wrap="square" rtlCol="0">
            <a:spAutoFit/>
          </a:bodyPr>
          <a:lstStyle/>
          <a:p>
            <a:pPr algn="just"/>
            <a:r>
              <a:rPr lang="en-US" sz="2200" b="1" dirty="0" smtClean="0"/>
              <a:t>Exec(): </a:t>
            </a:r>
            <a:r>
              <a:rPr lang="en-US" sz="2200" dirty="0" smtClean="0"/>
              <a:t>when an exec() system call is invoked, the program specified in the parameter to exec() with </a:t>
            </a:r>
            <a:r>
              <a:rPr lang="en-US" sz="2200" dirty="0" smtClean="0">
                <a:solidFill>
                  <a:srgbClr val="C00000"/>
                </a:solidFill>
              </a:rPr>
              <a:t>replace the entire process</a:t>
            </a:r>
            <a:endParaRPr lang="en-US" sz="2200" dirty="0">
              <a:solidFill>
                <a:srgbClr val="C00000"/>
              </a:solidFill>
            </a:endParaRPr>
          </a:p>
        </p:txBody>
      </p:sp>
      <p:pic>
        <p:nvPicPr>
          <p:cNvPr id="4" name="Picture 3"/>
          <p:cNvPicPr>
            <a:picLocks noChangeAspect="1"/>
          </p:cNvPicPr>
          <p:nvPr/>
        </p:nvPicPr>
        <p:blipFill>
          <a:blip r:embed="rId3"/>
          <a:stretch>
            <a:fillRect/>
          </a:stretch>
        </p:blipFill>
        <p:spPr>
          <a:xfrm>
            <a:off x="251520" y="3140968"/>
            <a:ext cx="8161719" cy="1581730"/>
          </a:xfrm>
          <a:prstGeom prst="rect">
            <a:avLst/>
          </a:prstGeom>
        </p:spPr>
      </p:pic>
    </p:spTree>
    <p:extLst>
      <p:ext uri="{BB962C8B-B14F-4D97-AF65-F5344CB8AC3E}">
        <p14:creationId xmlns:p14="http://schemas.microsoft.com/office/powerpoint/2010/main" val="8754982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3402342" cy="507831"/>
          </a:xfrm>
          <a:prstGeom prst="rect">
            <a:avLst/>
          </a:prstGeom>
        </p:spPr>
        <p:txBody>
          <a:bodyPr wrap="none">
            <a:spAutoFit/>
          </a:bodyPr>
          <a:lstStyle/>
          <a:p>
            <a:r>
              <a:rPr lang="en-US" altLang="en-US" sz="2700" b="1" dirty="0">
                <a:effectLst>
                  <a:outerShdw blurRad="38100" dist="38100" dir="2700000" algn="tl">
                    <a:srgbClr val="000000">
                      <a:alpha val="43137"/>
                    </a:srgbClr>
                  </a:outerShdw>
                </a:effectLst>
                <a:latin typeface="Arial Black"/>
                <a:ea typeface="+mj-ea"/>
                <a:cs typeface="Arial Black"/>
              </a:rPr>
              <a:t>Process creation</a:t>
            </a:r>
          </a:p>
        </p:txBody>
      </p:sp>
      <p:sp>
        <p:nvSpPr>
          <p:cNvPr id="3" name="Rectangle 2"/>
          <p:cNvSpPr/>
          <p:nvPr/>
        </p:nvSpPr>
        <p:spPr>
          <a:xfrm>
            <a:off x="395536" y="836712"/>
            <a:ext cx="7398568" cy="5909310"/>
          </a:xfrm>
          <a:prstGeom prst="rect">
            <a:avLst/>
          </a:prstGeom>
        </p:spPr>
        <p:txBody>
          <a:bodyPr wrap="square">
            <a:spAutoFit/>
          </a:bodyPr>
          <a:lstStyle/>
          <a:p>
            <a:r>
              <a:rPr lang="en-US" sz="1400" dirty="0"/>
              <a:t>#include &lt;</a:t>
            </a:r>
            <a:r>
              <a:rPr lang="en-US" sz="1400" dirty="0" err="1"/>
              <a:t>stdio.h</a:t>
            </a:r>
            <a:r>
              <a:rPr lang="en-US" sz="1400" dirty="0"/>
              <a:t>&gt;</a:t>
            </a:r>
          </a:p>
          <a:p>
            <a:r>
              <a:rPr lang="en-US" sz="1400" dirty="0"/>
              <a:t>#include &lt;</a:t>
            </a:r>
            <a:r>
              <a:rPr lang="en-US" sz="1400" dirty="0" err="1"/>
              <a:t>stdlib.h</a:t>
            </a:r>
            <a:r>
              <a:rPr lang="en-US" sz="1400" dirty="0"/>
              <a:t>&gt;</a:t>
            </a:r>
          </a:p>
          <a:p>
            <a:r>
              <a:rPr lang="en-US" sz="1400" dirty="0"/>
              <a:t>#include &lt;</a:t>
            </a:r>
            <a:r>
              <a:rPr lang="en-US" sz="1400" dirty="0" err="1"/>
              <a:t>unistd.h</a:t>
            </a:r>
            <a:r>
              <a:rPr lang="en-US" sz="1400" dirty="0"/>
              <a:t>&gt;</a:t>
            </a:r>
          </a:p>
          <a:p>
            <a:endParaRPr lang="en-US" sz="1400" dirty="0"/>
          </a:p>
          <a:p>
            <a:r>
              <a:rPr lang="en-US" sz="1400" dirty="0" err="1"/>
              <a:t>int</a:t>
            </a:r>
            <a:r>
              <a:rPr lang="en-US" sz="1400" dirty="0"/>
              <a:t> main()</a:t>
            </a:r>
          </a:p>
          <a:p>
            <a:r>
              <a:rPr lang="en-US" sz="1400" dirty="0"/>
              <a:t>{</a:t>
            </a:r>
          </a:p>
          <a:p>
            <a:r>
              <a:rPr lang="en-US" sz="1400" dirty="0"/>
              <a:t>    </a:t>
            </a:r>
            <a:r>
              <a:rPr lang="en-US" sz="1400" dirty="0" err="1"/>
              <a:t>printf</a:t>
            </a:r>
            <a:r>
              <a:rPr lang="en-US" sz="1400" dirty="0"/>
              <a:t>("hello world (</a:t>
            </a:r>
            <a:r>
              <a:rPr lang="en-US" sz="1400" dirty="0" err="1"/>
              <a:t>pid</a:t>
            </a:r>
            <a:r>
              <a:rPr lang="en-US" sz="1400" dirty="0"/>
              <a:t>: %d)\n", </a:t>
            </a:r>
            <a:r>
              <a:rPr lang="en-US" sz="1400" dirty="0" err="1"/>
              <a:t>getpid</a:t>
            </a:r>
            <a:r>
              <a:rPr lang="en-US" sz="1400" dirty="0"/>
              <a:t>());</a:t>
            </a:r>
          </a:p>
          <a:p>
            <a:endParaRPr lang="en-US" sz="1400" dirty="0"/>
          </a:p>
          <a:p>
            <a:r>
              <a:rPr lang="en-US" sz="1400" dirty="0"/>
              <a:t>    </a:t>
            </a:r>
            <a:r>
              <a:rPr lang="en-US" sz="1400" dirty="0" err="1"/>
              <a:t>int</a:t>
            </a:r>
            <a:r>
              <a:rPr lang="en-US" sz="1400" dirty="0"/>
              <a:t> </a:t>
            </a:r>
            <a:r>
              <a:rPr lang="en-US" sz="1400" dirty="0" err="1"/>
              <a:t>rc</a:t>
            </a:r>
            <a:r>
              <a:rPr lang="en-US" sz="1400" dirty="0"/>
              <a:t> = fork();</a:t>
            </a:r>
          </a:p>
          <a:p>
            <a:endParaRPr lang="en-US" sz="1400" dirty="0"/>
          </a:p>
          <a:p>
            <a:r>
              <a:rPr lang="en-US" sz="1400" dirty="0"/>
              <a:t>    if (</a:t>
            </a:r>
            <a:r>
              <a:rPr lang="en-US" sz="1400" dirty="0" err="1"/>
              <a:t>rc</a:t>
            </a:r>
            <a:r>
              <a:rPr lang="en-US" sz="1400" dirty="0"/>
              <a:t> &lt; 0) {</a:t>
            </a:r>
          </a:p>
          <a:p>
            <a:r>
              <a:rPr lang="en-US" sz="1400" dirty="0"/>
              <a:t>        </a:t>
            </a:r>
            <a:r>
              <a:rPr lang="en-US" sz="1400" dirty="0" err="1"/>
              <a:t>fprintf</a:t>
            </a:r>
            <a:r>
              <a:rPr lang="en-US" sz="1400" dirty="0"/>
              <a:t>(</a:t>
            </a:r>
            <a:r>
              <a:rPr lang="en-US" sz="1400" dirty="0" err="1"/>
              <a:t>stderr</a:t>
            </a:r>
            <a:r>
              <a:rPr lang="en-US" sz="1400" dirty="0"/>
              <a:t>, "fork failed.\n");</a:t>
            </a:r>
          </a:p>
          <a:p>
            <a:r>
              <a:rPr lang="en-US" sz="1400" dirty="0"/>
              <a:t>        exit(1);</a:t>
            </a:r>
          </a:p>
          <a:p>
            <a:r>
              <a:rPr lang="en-US" sz="1400" dirty="0"/>
              <a:t>    }</a:t>
            </a:r>
          </a:p>
          <a:p>
            <a:r>
              <a:rPr lang="en-US" sz="1400" dirty="0"/>
              <a:t>    else if (</a:t>
            </a:r>
            <a:r>
              <a:rPr lang="en-US" sz="1400" dirty="0" err="1"/>
              <a:t>rc</a:t>
            </a:r>
            <a:r>
              <a:rPr lang="en-US" sz="1400" dirty="0"/>
              <a:t> == 0) {</a:t>
            </a:r>
          </a:p>
          <a:p>
            <a:r>
              <a:rPr lang="en-US" sz="1400" dirty="0"/>
              <a:t>        // Child process</a:t>
            </a:r>
          </a:p>
          <a:p>
            <a:r>
              <a:rPr lang="en-US" sz="1400" dirty="0"/>
              <a:t>        </a:t>
            </a:r>
            <a:r>
              <a:rPr lang="en-US" sz="1400" dirty="0" err="1"/>
              <a:t>printf</a:t>
            </a:r>
            <a:r>
              <a:rPr lang="en-US" sz="1400" dirty="0"/>
              <a:t>("Child: </a:t>
            </a:r>
            <a:r>
              <a:rPr lang="en-US" sz="1400" dirty="0" err="1"/>
              <a:t>pid</a:t>
            </a:r>
            <a:r>
              <a:rPr lang="en-US" sz="1400" dirty="0"/>
              <a:t> = %d\n", </a:t>
            </a:r>
            <a:r>
              <a:rPr lang="en-US" sz="1400" dirty="0" err="1"/>
              <a:t>getpid</a:t>
            </a:r>
            <a:r>
              <a:rPr lang="en-US" sz="1400" dirty="0"/>
              <a:t>());</a:t>
            </a:r>
          </a:p>
          <a:p>
            <a:r>
              <a:rPr lang="en-US" sz="1400" dirty="0"/>
              <a:t>        sleep(10);   // </a:t>
            </a:r>
            <a:r>
              <a:rPr lang="en-US" sz="1400" dirty="0" smtClean="0"/>
              <a:t>keep </a:t>
            </a:r>
            <a:r>
              <a:rPr lang="en-US" sz="1400" dirty="0"/>
              <a:t>child alive</a:t>
            </a:r>
          </a:p>
          <a:p>
            <a:r>
              <a:rPr lang="en-US" sz="1400" dirty="0"/>
              <a:t>    }</a:t>
            </a:r>
          </a:p>
          <a:p>
            <a:r>
              <a:rPr lang="en-US" sz="1400" dirty="0"/>
              <a:t>    else {</a:t>
            </a:r>
          </a:p>
          <a:p>
            <a:r>
              <a:rPr lang="en-US" sz="1400" dirty="0"/>
              <a:t>        // Parent process</a:t>
            </a:r>
          </a:p>
          <a:p>
            <a:r>
              <a:rPr lang="en-US" sz="1400" dirty="0"/>
              <a:t>        </a:t>
            </a:r>
            <a:r>
              <a:rPr lang="en-US" sz="1400" dirty="0" err="1"/>
              <a:t>printf</a:t>
            </a:r>
            <a:r>
              <a:rPr lang="en-US" sz="1400" dirty="0"/>
              <a:t>("Parent: </a:t>
            </a:r>
            <a:r>
              <a:rPr lang="en-US" sz="1400" dirty="0" err="1"/>
              <a:t>pid</a:t>
            </a:r>
            <a:r>
              <a:rPr lang="en-US" sz="1400" dirty="0"/>
              <a:t> = %d, child </a:t>
            </a:r>
            <a:r>
              <a:rPr lang="en-US" sz="1400" dirty="0" err="1"/>
              <a:t>pid</a:t>
            </a:r>
            <a:r>
              <a:rPr lang="en-US" sz="1400" dirty="0"/>
              <a:t> = %d\n", </a:t>
            </a:r>
            <a:r>
              <a:rPr lang="en-US" sz="1400" dirty="0" err="1"/>
              <a:t>getpid</a:t>
            </a:r>
            <a:r>
              <a:rPr lang="en-US" sz="1400" dirty="0"/>
              <a:t>(), </a:t>
            </a:r>
            <a:r>
              <a:rPr lang="en-US" sz="1400" dirty="0" err="1"/>
              <a:t>rc</a:t>
            </a:r>
            <a:r>
              <a:rPr lang="en-US" sz="1400" dirty="0"/>
              <a:t>);</a:t>
            </a:r>
          </a:p>
          <a:p>
            <a:r>
              <a:rPr lang="en-US" sz="1400" dirty="0"/>
              <a:t>        sleep(10);   // </a:t>
            </a:r>
            <a:r>
              <a:rPr lang="en-US" sz="1400" dirty="0" smtClean="0"/>
              <a:t>keep </a:t>
            </a:r>
            <a:r>
              <a:rPr lang="en-US" sz="1400" dirty="0"/>
              <a:t>parent alive</a:t>
            </a:r>
          </a:p>
          <a:p>
            <a:r>
              <a:rPr lang="en-US" sz="1400" dirty="0"/>
              <a:t>    }</a:t>
            </a:r>
          </a:p>
          <a:p>
            <a:endParaRPr lang="en-US" sz="1400" dirty="0"/>
          </a:p>
          <a:p>
            <a:r>
              <a:rPr lang="en-US" sz="1400" dirty="0"/>
              <a:t>    return 0;</a:t>
            </a:r>
          </a:p>
          <a:p>
            <a:r>
              <a:rPr lang="en-US" sz="1400" dirty="0"/>
              <a:t>}</a:t>
            </a:r>
          </a:p>
        </p:txBody>
      </p:sp>
      <p:sp>
        <p:nvSpPr>
          <p:cNvPr id="4" name="Rectangle 3"/>
          <p:cNvSpPr/>
          <p:nvPr/>
        </p:nvSpPr>
        <p:spPr>
          <a:xfrm>
            <a:off x="5796136" y="1196752"/>
            <a:ext cx="2871299" cy="923330"/>
          </a:xfrm>
          <a:prstGeom prst="rect">
            <a:avLst/>
          </a:prstGeom>
        </p:spPr>
        <p:txBody>
          <a:bodyPr wrap="none">
            <a:spAutoFit/>
          </a:bodyPr>
          <a:lstStyle/>
          <a:p>
            <a:pPr marL="285750" indent="-285750">
              <a:buFont typeface="Arial" panose="020B0604020202020204" pitchFamily="34" charset="0"/>
              <a:buChar char="•"/>
            </a:pPr>
            <a:r>
              <a:rPr lang="en-US" dirty="0" err="1"/>
              <a:t>gcc</a:t>
            </a:r>
            <a:r>
              <a:rPr lang="en-US" dirty="0"/>
              <a:t> </a:t>
            </a:r>
            <a:r>
              <a:rPr lang="en-US" dirty="0" err="1"/>
              <a:t>test.c</a:t>
            </a:r>
            <a:r>
              <a:rPr lang="en-US" dirty="0"/>
              <a:t> -o </a:t>
            </a:r>
            <a:r>
              <a:rPr lang="en-US" dirty="0" err="1" smtClean="0"/>
              <a:t>fork_demo</a:t>
            </a:r>
            <a:endParaRPr lang="en-US" dirty="0" smtClean="0"/>
          </a:p>
          <a:p>
            <a:pPr marL="285750" indent="-285750">
              <a:buFont typeface="Arial" panose="020B0604020202020204" pitchFamily="34" charset="0"/>
              <a:buChar char="•"/>
            </a:pPr>
            <a:r>
              <a:rPr lang="en-US" dirty="0"/>
              <a:t>./</a:t>
            </a:r>
            <a:r>
              <a:rPr lang="en-US" dirty="0" err="1" smtClean="0"/>
              <a:t>fork_demo</a:t>
            </a:r>
            <a:endParaRPr lang="en-US" dirty="0" smtClean="0"/>
          </a:p>
          <a:p>
            <a:pPr marL="285750" indent="-285750">
              <a:buFont typeface="Arial" panose="020B0604020202020204" pitchFamily="34" charset="0"/>
              <a:buChar char="•"/>
            </a:pPr>
            <a:r>
              <a:rPr lang="en-US" dirty="0" err="1"/>
              <a:t>ps</a:t>
            </a:r>
            <a:r>
              <a:rPr lang="en-US" dirty="0"/>
              <a:t> -</a:t>
            </a:r>
            <a:r>
              <a:rPr lang="en-US" dirty="0" err="1"/>
              <a:t>ef</a:t>
            </a:r>
            <a:r>
              <a:rPr lang="en-US" dirty="0"/>
              <a:t> | grep </a:t>
            </a:r>
            <a:r>
              <a:rPr lang="en-US" dirty="0" err="1"/>
              <a:t>fork_demo</a:t>
            </a:r>
            <a:endParaRPr lang="en-US" dirty="0"/>
          </a:p>
        </p:txBody>
      </p:sp>
    </p:spTree>
    <p:extLst>
      <p:ext uri="{BB962C8B-B14F-4D97-AF65-F5344CB8AC3E}">
        <p14:creationId xmlns:p14="http://schemas.microsoft.com/office/powerpoint/2010/main" val="20266669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4894225" cy="461665"/>
          </a:xfrm>
          <a:prstGeom prst="rect">
            <a:avLst/>
          </a:prstGeom>
        </p:spPr>
        <p:txBody>
          <a:bodyPr wrap="none">
            <a:spAutoFit/>
          </a:bodyPr>
          <a:lstStyle/>
          <a:p>
            <a:r>
              <a:rPr lang="en-US" altLang="en-US" sz="2400" b="1" dirty="0" smtClean="0">
                <a:effectLst>
                  <a:outerShdw blurRad="38100" dist="38100" dir="2700000" algn="tl">
                    <a:srgbClr val="000000">
                      <a:alpha val="43137"/>
                    </a:srgbClr>
                  </a:outerShdw>
                </a:effectLst>
                <a:latin typeface="Arial Black"/>
                <a:ea typeface="+mj-ea"/>
                <a:cs typeface="Arial Black"/>
              </a:rPr>
              <a:t>Process </a:t>
            </a:r>
            <a:r>
              <a:rPr lang="en-US" altLang="en-US" sz="2400" b="1" dirty="0">
                <a:effectLst>
                  <a:outerShdw blurRad="38100" dist="38100" dir="2700000" algn="tl">
                    <a:srgbClr val="000000">
                      <a:alpha val="43137"/>
                    </a:srgbClr>
                  </a:outerShdw>
                </a:effectLst>
                <a:latin typeface="Arial Black"/>
                <a:ea typeface="+mj-ea"/>
                <a:cs typeface="Arial Black"/>
              </a:rPr>
              <a:t>creation with fork</a:t>
            </a:r>
            <a:r>
              <a:rPr lang="en-US" altLang="en-US" sz="2400" b="1" dirty="0" smtClean="0">
                <a:effectLst>
                  <a:outerShdw blurRad="38100" dist="38100" dir="2700000" algn="tl">
                    <a:srgbClr val="000000">
                      <a:alpha val="43137"/>
                    </a:srgbClr>
                  </a:outerShdw>
                </a:effectLst>
                <a:latin typeface="Arial Black"/>
                <a:ea typeface="+mj-ea"/>
                <a:cs typeface="Arial Black"/>
              </a:rPr>
              <a:t>()</a:t>
            </a:r>
            <a:endParaRPr lang="en-US" altLang="en-US" sz="2400" b="1" dirty="0">
              <a:effectLst>
                <a:outerShdw blurRad="38100" dist="38100" dir="2700000" algn="tl">
                  <a:srgbClr val="000000">
                    <a:alpha val="43137"/>
                  </a:srgbClr>
                </a:outerShdw>
              </a:effectLst>
              <a:latin typeface="Arial Black"/>
              <a:ea typeface="+mj-ea"/>
              <a:cs typeface="Arial Black"/>
            </a:endParaRPr>
          </a:p>
        </p:txBody>
      </p:sp>
      <p:sp>
        <p:nvSpPr>
          <p:cNvPr id="3" name="Rectangle 2"/>
          <p:cNvSpPr/>
          <p:nvPr/>
        </p:nvSpPr>
        <p:spPr>
          <a:xfrm>
            <a:off x="683568" y="1052736"/>
            <a:ext cx="7848872" cy="2400657"/>
          </a:xfrm>
          <a:prstGeom prst="rect">
            <a:avLst/>
          </a:prstGeom>
        </p:spPr>
        <p:txBody>
          <a:bodyPr wrap="square">
            <a:spAutoFit/>
          </a:bodyPr>
          <a:lstStyle/>
          <a:p>
            <a:r>
              <a:rPr lang="en-US" sz="2500" b="1" dirty="0">
                <a:solidFill>
                  <a:srgbClr val="0432FF"/>
                </a:solidFill>
                <a:latin typeface="+mj-lt"/>
              </a:rPr>
              <a:t>fork() </a:t>
            </a:r>
            <a:r>
              <a:rPr lang="en-US" sz="2500" dirty="0">
                <a:latin typeface="+mj-lt"/>
              </a:rPr>
              <a:t>creates a new process by copying </a:t>
            </a:r>
            <a:r>
              <a:rPr lang="en-US" sz="2500" dirty="0" smtClean="0">
                <a:latin typeface="+mj-lt"/>
              </a:rPr>
              <a:t>the content </a:t>
            </a:r>
            <a:r>
              <a:rPr lang="en-US" sz="2500" dirty="0">
                <a:latin typeface="+mj-lt"/>
              </a:rPr>
              <a:t>of the calling process’ address </a:t>
            </a:r>
            <a:r>
              <a:rPr lang="en-US" sz="2500" dirty="0" smtClean="0">
                <a:latin typeface="+mj-lt"/>
              </a:rPr>
              <a:t>space</a:t>
            </a:r>
          </a:p>
          <a:p>
            <a:endParaRPr lang="en-US" sz="2500" dirty="0">
              <a:latin typeface="+mj-lt"/>
            </a:endParaRPr>
          </a:p>
          <a:p>
            <a:r>
              <a:rPr lang="en-US" sz="2500" b="1" dirty="0" smtClean="0">
                <a:latin typeface="+mj-lt"/>
              </a:rPr>
              <a:t>The </a:t>
            </a:r>
            <a:r>
              <a:rPr lang="en-US" sz="2500" b="1" dirty="0">
                <a:latin typeface="+mj-lt"/>
              </a:rPr>
              <a:t>new process has its </a:t>
            </a:r>
            <a:r>
              <a:rPr lang="en-US" sz="2500" b="1" dirty="0" smtClean="0">
                <a:latin typeface="+mj-lt"/>
              </a:rPr>
              <a:t>own</a:t>
            </a:r>
            <a:endParaRPr lang="en-US" sz="2500" b="1" dirty="0">
              <a:latin typeface="+mj-lt"/>
            </a:endParaRPr>
          </a:p>
          <a:p>
            <a:pPr marL="342900" indent="-342900">
              <a:buFont typeface="Arial" panose="020B0604020202020204" pitchFamily="34" charset="0"/>
              <a:buChar char="•"/>
            </a:pPr>
            <a:r>
              <a:rPr lang="en-US" sz="2500" dirty="0">
                <a:solidFill>
                  <a:srgbClr val="0432FF"/>
                </a:solidFill>
                <a:latin typeface="+mj-lt"/>
              </a:rPr>
              <a:t>address space (content is copied from parent)</a:t>
            </a:r>
          </a:p>
          <a:p>
            <a:pPr marL="342900" indent="-342900">
              <a:buFont typeface="Arial" panose="020B0604020202020204" pitchFamily="34" charset="0"/>
              <a:buChar char="•"/>
            </a:pPr>
            <a:r>
              <a:rPr lang="en-US" sz="2500" dirty="0">
                <a:solidFill>
                  <a:srgbClr val="0432FF"/>
                </a:solidFill>
                <a:latin typeface="+mj-lt"/>
              </a:rPr>
              <a:t>Process control block in the OS</a:t>
            </a:r>
          </a:p>
        </p:txBody>
      </p:sp>
      <p:pic>
        <p:nvPicPr>
          <p:cNvPr id="4" name="Picture 3">
            <a:extLst>
              <a:ext uri="{FF2B5EF4-FFF2-40B4-BE49-F238E27FC236}">
                <a16:creationId xmlns:lc="http://schemas.openxmlformats.org/drawingml/2006/lockedCanvas" xmlns:a16="http://schemas.microsoft.com/office/drawing/2014/main" xmlns="" id="{568A0721-FDA4-4095-BD34-B36CF2AB0A7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544" y="4005064"/>
            <a:ext cx="8309917"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48377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3402342" cy="507831"/>
          </a:xfrm>
          <a:prstGeom prst="rect">
            <a:avLst/>
          </a:prstGeom>
        </p:spPr>
        <p:txBody>
          <a:bodyPr wrap="none">
            <a:spAutoFit/>
          </a:bodyPr>
          <a:lstStyle/>
          <a:p>
            <a:r>
              <a:rPr lang="en-US" altLang="en-US" sz="2700" b="1" dirty="0" smtClean="0">
                <a:effectLst>
                  <a:outerShdw blurRad="38100" dist="38100" dir="2700000" algn="tl">
                    <a:srgbClr val="000000">
                      <a:alpha val="43137"/>
                    </a:srgbClr>
                  </a:outerShdw>
                </a:effectLst>
                <a:latin typeface="Arial Black"/>
                <a:ea typeface="+mj-ea"/>
                <a:cs typeface="Arial Black"/>
              </a:rPr>
              <a:t>Process </a:t>
            </a:r>
            <a:r>
              <a:rPr lang="en-US" altLang="en-US" sz="2700" b="1" dirty="0">
                <a:effectLst>
                  <a:outerShdw blurRad="38100" dist="38100" dir="2700000" algn="tl">
                    <a:srgbClr val="000000">
                      <a:alpha val="43137"/>
                    </a:srgbClr>
                  </a:outerShdw>
                </a:effectLst>
                <a:latin typeface="Arial Black"/>
                <a:ea typeface="+mj-ea"/>
                <a:cs typeface="Arial Black"/>
              </a:rPr>
              <a:t>creation</a:t>
            </a:r>
          </a:p>
        </p:txBody>
      </p:sp>
      <p:sp>
        <p:nvSpPr>
          <p:cNvPr id="4" name="Rectangle 3"/>
          <p:cNvSpPr/>
          <p:nvPr/>
        </p:nvSpPr>
        <p:spPr>
          <a:xfrm>
            <a:off x="323528" y="1484784"/>
            <a:ext cx="8424936" cy="3139321"/>
          </a:xfrm>
          <a:prstGeom prst="rect">
            <a:avLst/>
          </a:prstGeom>
        </p:spPr>
        <p:txBody>
          <a:bodyPr wrap="square">
            <a:spAutoFit/>
          </a:bodyPr>
          <a:lstStyle/>
          <a:p>
            <a:pPr algn="just"/>
            <a:r>
              <a:rPr lang="en-US" sz="2200" b="1" dirty="0" smtClean="0">
                <a:solidFill>
                  <a:srgbClr val="C00000"/>
                </a:solidFill>
                <a:latin typeface="+mj-lt"/>
              </a:rPr>
              <a:t>Process: </a:t>
            </a:r>
            <a:r>
              <a:rPr lang="en-US" sz="2200" dirty="0">
                <a:latin typeface="+mj-lt"/>
              </a:rPr>
              <a:t>A process is a program in execution. When we write source code in C or C++ and compile it, the compiler generates an executable binary file. This executable file is called a program. When the program is loaded into memory and executed, it becomes a process</a:t>
            </a:r>
          </a:p>
          <a:p>
            <a:pPr algn="just"/>
            <a:endParaRPr lang="en-US" sz="2200" b="1" dirty="0">
              <a:solidFill>
                <a:srgbClr val="C00000"/>
              </a:solidFill>
              <a:latin typeface="+mj-lt"/>
            </a:endParaRPr>
          </a:p>
          <a:p>
            <a:pPr algn="just"/>
            <a:r>
              <a:rPr lang="en-US" sz="2200" b="1" dirty="0" smtClean="0">
                <a:solidFill>
                  <a:srgbClr val="C00000"/>
                </a:solidFill>
                <a:latin typeface="+mj-lt"/>
              </a:rPr>
              <a:t>Daemon: </a:t>
            </a:r>
            <a:r>
              <a:rPr lang="en-US" sz="2200" dirty="0" smtClean="0">
                <a:latin typeface="+mj-lt"/>
              </a:rPr>
              <a:t>A </a:t>
            </a:r>
            <a:r>
              <a:rPr lang="en-US" sz="2200" dirty="0">
                <a:latin typeface="+mj-lt"/>
              </a:rPr>
              <a:t>daemon process is a background process that runs independently of any user control and performs specific tasks for the system. Daemons are usually started when the system starts, and they run until the system stops.</a:t>
            </a:r>
          </a:p>
        </p:txBody>
      </p:sp>
    </p:spTree>
    <p:extLst>
      <p:ext uri="{BB962C8B-B14F-4D97-AF65-F5344CB8AC3E}">
        <p14:creationId xmlns:p14="http://schemas.microsoft.com/office/powerpoint/2010/main" val="26218659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3287247" cy="507831"/>
          </a:xfrm>
          <a:prstGeom prst="rect">
            <a:avLst/>
          </a:prstGeom>
        </p:spPr>
        <p:txBody>
          <a:bodyPr wrap="none">
            <a:spAutoFit/>
          </a:bodyPr>
          <a:lstStyle/>
          <a:p>
            <a:r>
              <a:rPr lang="en-US" altLang="en-US" sz="2700" b="1" dirty="0" smtClean="0">
                <a:effectLst>
                  <a:outerShdw blurRad="38100" dist="38100" dir="2700000" algn="tl">
                    <a:srgbClr val="000000">
                      <a:alpha val="43137"/>
                    </a:srgbClr>
                  </a:outerShdw>
                </a:effectLst>
                <a:latin typeface="Arial Black"/>
                <a:ea typeface="+mj-ea"/>
                <a:cs typeface="Arial Black"/>
              </a:rPr>
              <a:t>Process Details </a:t>
            </a:r>
            <a:endParaRPr lang="en-US" altLang="en-US" sz="2700" b="1" dirty="0">
              <a:effectLst>
                <a:outerShdw blurRad="38100" dist="38100" dir="2700000" algn="tl">
                  <a:srgbClr val="000000">
                    <a:alpha val="43137"/>
                  </a:srgbClr>
                </a:outerShdw>
              </a:effectLst>
              <a:latin typeface="Arial Black"/>
              <a:ea typeface="+mj-ea"/>
              <a:cs typeface="Arial Black"/>
            </a:endParaRPr>
          </a:p>
        </p:txBody>
      </p:sp>
      <p:pic>
        <p:nvPicPr>
          <p:cNvPr id="3" name="Picture 2"/>
          <p:cNvPicPr>
            <a:picLocks noChangeAspect="1"/>
          </p:cNvPicPr>
          <p:nvPr/>
        </p:nvPicPr>
        <p:blipFill rotWithShape="1">
          <a:blip r:embed="rId3"/>
          <a:srcRect t="-2708" b="59386"/>
          <a:stretch/>
        </p:blipFill>
        <p:spPr>
          <a:xfrm>
            <a:off x="3851920" y="1196752"/>
            <a:ext cx="4883043" cy="4464496"/>
          </a:xfrm>
          <a:prstGeom prst="rect">
            <a:avLst/>
          </a:prstGeom>
        </p:spPr>
      </p:pic>
      <p:sp>
        <p:nvSpPr>
          <p:cNvPr id="5" name="Rectangle 4"/>
          <p:cNvSpPr/>
          <p:nvPr/>
        </p:nvSpPr>
        <p:spPr>
          <a:xfrm>
            <a:off x="395536" y="2132856"/>
            <a:ext cx="3672408" cy="2015936"/>
          </a:xfrm>
          <a:prstGeom prst="rect">
            <a:avLst/>
          </a:prstGeom>
        </p:spPr>
        <p:txBody>
          <a:bodyPr wrap="square">
            <a:spAutoFit/>
          </a:bodyPr>
          <a:lstStyle/>
          <a:p>
            <a:pPr marL="285750" indent="-285750">
              <a:buFont typeface="Arial" panose="020B0604020202020204" pitchFamily="34" charset="0"/>
              <a:buChar char="•"/>
            </a:pPr>
            <a:r>
              <a:rPr lang="en-US" sz="2500" dirty="0">
                <a:latin typeface="+mj-lt"/>
              </a:rPr>
              <a:t>cat /</a:t>
            </a:r>
            <a:r>
              <a:rPr lang="en-US" sz="2500" dirty="0" smtClean="0">
                <a:latin typeface="+mj-lt"/>
              </a:rPr>
              <a:t>proc/self/status</a:t>
            </a:r>
          </a:p>
          <a:p>
            <a:pPr marL="285750" indent="-285750">
              <a:buFont typeface="Arial" panose="020B0604020202020204" pitchFamily="34" charset="0"/>
              <a:buChar char="•"/>
            </a:pPr>
            <a:r>
              <a:rPr lang="en-US" sz="2500" dirty="0">
                <a:latin typeface="+mj-lt"/>
              </a:rPr>
              <a:t>cat /proc/self/stat</a:t>
            </a:r>
            <a:endParaRPr lang="en-US" sz="2500" dirty="0" smtClean="0">
              <a:latin typeface="+mj-lt"/>
            </a:endParaRPr>
          </a:p>
          <a:p>
            <a:pPr marL="285750" indent="-285750">
              <a:buFont typeface="Arial" panose="020B0604020202020204" pitchFamily="34" charset="0"/>
              <a:buChar char="•"/>
            </a:pPr>
            <a:r>
              <a:rPr lang="en-US" sz="2500" dirty="0">
                <a:latin typeface="+mj-lt"/>
              </a:rPr>
              <a:t>cat /proc/self/</a:t>
            </a:r>
            <a:r>
              <a:rPr lang="en-US" sz="2500" dirty="0" err="1">
                <a:latin typeface="+mj-lt"/>
              </a:rPr>
              <a:t>comm</a:t>
            </a:r>
            <a:endParaRPr lang="en-US" sz="2500" dirty="0" smtClean="0">
              <a:latin typeface="+mj-lt"/>
            </a:endParaRPr>
          </a:p>
          <a:p>
            <a:pPr marL="285750" indent="-285750">
              <a:buFont typeface="Arial" panose="020B0604020202020204" pitchFamily="34" charset="0"/>
              <a:buChar char="•"/>
            </a:pPr>
            <a:r>
              <a:rPr lang="en-US" sz="2500" dirty="0">
                <a:latin typeface="+mj-lt"/>
              </a:rPr>
              <a:t>cat /proc/self/limits</a:t>
            </a:r>
            <a:endParaRPr lang="en-US" sz="2500" dirty="0" smtClean="0">
              <a:latin typeface="+mj-lt"/>
            </a:endParaRPr>
          </a:p>
          <a:p>
            <a:pPr marL="285750" indent="-285750">
              <a:buFont typeface="Arial" panose="020B0604020202020204" pitchFamily="34" charset="0"/>
              <a:buChar char="•"/>
            </a:pPr>
            <a:r>
              <a:rPr lang="en-US" sz="2500" dirty="0">
                <a:latin typeface="+mj-lt"/>
              </a:rPr>
              <a:t>cat /proc/self/environ</a:t>
            </a:r>
          </a:p>
        </p:txBody>
      </p:sp>
    </p:spTree>
    <p:extLst>
      <p:ext uri="{BB962C8B-B14F-4D97-AF65-F5344CB8AC3E}">
        <p14:creationId xmlns:p14="http://schemas.microsoft.com/office/powerpoint/2010/main" val="17694691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2479333" cy="507831"/>
          </a:xfrm>
          <a:prstGeom prst="rect">
            <a:avLst/>
          </a:prstGeom>
        </p:spPr>
        <p:txBody>
          <a:bodyPr wrap="none">
            <a:spAutoFit/>
          </a:bodyPr>
          <a:lstStyle/>
          <a:p>
            <a:r>
              <a:rPr lang="en-US" altLang="en-US" sz="2700" b="1" dirty="0" smtClean="0">
                <a:effectLst>
                  <a:outerShdw blurRad="38100" dist="38100" dir="2700000" algn="tl">
                    <a:srgbClr val="000000">
                      <a:alpha val="43137"/>
                    </a:srgbClr>
                  </a:outerShdw>
                </a:effectLst>
                <a:latin typeface="Arial Black"/>
                <a:ea typeface="+mj-ea"/>
                <a:cs typeface="Arial Black"/>
              </a:rPr>
              <a:t>Process PID</a:t>
            </a:r>
            <a:endParaRPr lang="en-US" altLang="en-US" sz="2700" b="1" dirty="0">
              <a:effectLst>
                <a:outerShdw blurRad="38100" dist="38100" dir="2700000" algn="tl">
                  <a:srgbClr val="000000">
                    <a:alpha val="43137"/>
                  </a:srgbClr>
                </a:outerShdw>
              </a:effectLst>
              <a:latin typeface="Arial Black"/>
              <a:ea typeface="+mj-ea"/>
              <a:cs typeface="Arial Black"/>
            </a:endParaRPr>
          </a:p>
        </p:txBody>
      </p:sp>
      <p:pic>
        <p:nvPicPr>
          <p:cNvPr id="4" name="Picture 3"/>
          <p:cNvPicPr>
            <a:picLocks noChangeAspect="1"/>
          </p:cNvPicPr>
          <p:nvPr/>
        </p:nvPicPr>
        <p:blipFill>
          <a:blip r:embed="rId3"/>
          <a:stretch>
            <a:fillRect/>
          </a:stretch>
        </p:blipFill>
        <p:spPr>
          <a:xfrm>
            <a:off x="2915816" y="2636912"/>
            <a:ext cx="6000662" cy="1440160"/>
          </a:xfrm>
          <a:prstGeom prst="rect">
            <a:avLst/>
          </a:prstGeom>
        </p:spPr>
      </p:pic>
      <p:sp>
        <p:nvSpPr>
          <p:cNvPr id="6" name="Rectangle 5"/>
          <p:cNvSpPr/>
          <p:nvPr/>
        </p:nvSpPr>
        <p:spPr>
          <a:xfrm>
            <a:off x="611560" y="1058619"/>
            <a:ext cx="5153975" cy="3416320"/>
          </a:xfrm>
          <a:prstGeom prst="rect">
            <a:avLst/>
          </a:prstGeom>
        </p:spPr>
        <p:txBody>
          <a:bodyPr wrap="none">
            <a:spAutoFit/>
          </a:bodyPr>
          <a:lstStyle/>
          <a:p>
            <a:r>
              <a:rPr lang="en-US" b="1" dirty="0" smtClean="0">
                <a:solidFill>
                  <a:srgbClr val="C00000"/>
                </a:solidFill>
              </a:rPr>
              <a:t>Get PROCES ID</a:t>
            </a:r>
          </a:p>
          <a:p>
            <a:pPr marL="285750" indent="-285750">
              <a:buFont typeface="Arial" panose="020B0604020202020204" pitchFamily="34" charset="0"/>
              <a:buChar char="•"/>
            </a:pPr>
            <a:r>
              <a:rPr lang="en-US" dirty="0" smtClean="0"/>
              <a:t>echo $$ : Show process ID of current terminal</a:t>
            </a:r>
          </a:p>
          <a:p>
            <a:pPr marL="285750" indent="-285750">
              <a:buFont typeface="Arial" panose="020B0604020202020204" pitchFamily="34" charset="0"/>
              <a:buChar char="•"/>
            </a:pPr>
            <a:r>
              <a:rPr lang="en-US" dirty="0" err="1"/>
              <a:t>ps</a:t>
            </a:r>
            <a:r>
              <a:rPr lang="en-US" dirty="0"/>
              <a:t>  </a:t>
            </a:r>
            <a:r>
              <a:rPr lang="en-US" dirty="0" smtClean="0"/>
              <a:t>-</a:t>
            </a:r>
            <a:r>
              <a:rPr lang="en-US" dirty="0" err="1" smtClean="0"/>
              <a:t>ef</a:t>
            </a:r>
            <a:r>
              <a:rPr lang="en-US" dirty="0" smtClean="0"/>
              <a:t> </a:t>
            </a:r>
            <a:r>
              <a:rPr lang="en-US" dirty="0"/>
              <a:t>| </a:t>
            </a:r>
            <a:r>
              <a:rPr lang="en-US" dirty="0" smtClean="0"/>
              <a:t>less  : Show less</a:t>
            </a:r>
          </a:p>
          <a:p>
            <a:pPr marL="285750" indent="-285750">
              <a:buFont typeface="Arial" panose="020B0604020202020204" pitchFamily="34" charset="0"/>
              <a:buChar char="•"/>
            </a:pPr>
            <a:r>
              <a:rPr lang="en-US" dirty="0" err="1"/>
              <a:t>ps</a:t>
            </a:r>
            <a:r>
              <a:rPr lang="en-US" dirty="0"/>
              <a:t>  -</a:t>
            </a:r>
            <a:r>
              <a:rPr lang="en-US" dirty="0" err="1"/>
              <a:t>ef</a:t>
            </a:r>
            <a:r>
              <a:rPr lang="en-US" dirty="0"/>
              <a:t> | </a:t>
            </a:r>
            <a:r>
              <a:rPr lang="en-US" dirty="0" err="1" smtClean="0"/>
              <a:t>wc</a:t>
            </a:r>
            <a:r>
              <a:rPr lang="en-US" dirty="0" smtClean="0"/>
              <a:t> –l : Count </a:t>
            </a:r>
          </a:p>
          <a:p>
            <a:pPr marL="285750" indent="-285750">
              <a:buFont typeface="Arial" panose="020B0604020202020204" pitchFamily="34" charset="0"/>
              <a:buChar char="•"/>
            </a:pPr>
            <a:r>
              <a:rPr lang="en-US" dirty="0" err="1"/>
              <a:t>pidof</a:t>
            </a:r>
            <a:r>
              <a:rPr lang="en-US" dirty="0"/>
              <a:t> </a:t>
            </a:r>
            <a:r>
              <a:rPr lang="en-US" dirty="0" err="1" smtClean="0"/>
              <a:t>firefox</a:t>
            </a:r>
            <a:r>
              <a:rPr lang="en-US" dirty="0" smtClean="0"/>
              <a:t>  : Show process ID</a:t>
            </a:r>
            <a:endParaRPr lang="en-US" dirty="0"/>
          </a:p>
          <a:p>
            <a:endParaRPr lang="en-US" dirty="0" smtClean="0"/>
          </a:p>
          <a:p>
            <a:r>
              <a:rPr lang="en-US" b="1" dirty="0" smtClean="0">
                <a:solidFill>
                  <a:srgbClr val="C00000"/>
                </a:solidFill>
              </a:rPr>
              <a:t>KILL Process</a:t>
            </a:r>
          </a:p>
          <a:p>
            <a:pPr marL="285750" indent="-285750">
              <a:buFont typeface="Arial" panose="020B0604020202020204" pitchFamily="34" charset="0"/>
              <a:buChar char="•"/>
            </a:pPr>
            <a:r>
              <a:rPr lang="en-US" dirty="0"/>
              <a:t>k</a:t>
            </a:r>
            <a:r>
              <a:rPr lang="en-US" dirty="0" smtClean="0"/>
              <a:t>ill &lt;PID&gt;</a:t>
            </a:r>
          </a:p>
          <a:p>
            <a:pPr marL="285750" indent="-285750">
              <a:buFont typeface="Arial" panose="020B0604020202020204" pitchFamily="34" charset="0"/>
              <a:buChar char="•"/>
            </a:pPr>
            <a:r>
              <a:rPr lang="en-US" dirty="0" smtClean="0"/>
              <a:t>kill </a:t>
            </a:r>
            <a:r>
              <a:rPr lang="en-US" dirty="0" err="1" smtClean="0"/>
              <a:t>firefox</a:t>
            </a:r>
            <a:endParaRPr lang="en-US" dirty="0" smtClean="0"/>
          </a:p>
          <a:p>
            <a:pPr marL="285750" indent="-285750">
              <a:buFont typeface="Arial" panose="020B0604020202020204" pitchFamily="34" charset="0"/>
              <a:buChar char="•"/>
            </a:pPr>
            <a:r>
              <a:rPr lang="en-US" dirty="0" smtClean="0"/>
              <a:t>kill </a:t>
            </a:r>
            <a:r>
              <a:rPr lang="en-US" dirty="0" err="1" smtClean="0"/>
              <a:t>firefox</a:t>
            </a:r>
            <a:endParaRPr lang="en-US" dirty="0" smtClean="0"/>
          </a:p>
          <a:p>
            <a:pPr marL="285750" indent="-285750">
              <a:buFont typeface="Arial" panose="020B0604020202020204" pitchFamily="34" charset="0"/>
              <a:buChar char="•"/>
            </a:pPr>
            <a:r>
              <a:rPr lang="en-US" dirty="0" smtClean="0">
                <a:solidFill>
                  <a:srgbClr val="FF0000"/>
                </a:solidFill>
              </a:rPr>
              <a:t>Kill -9 </a:t>
            </a:r>
            <a:r>
              <a:rPr lang="en-US" dirty="0">
                <a:solidFill>
                  <a:srgbClr val="FF0000"/>
                </a:solidFill>
              </a:rPr>
              <a:t>&lt;PID&gt;</a:t>
            </a:r>
          </a:p>
          <a:p>
            <a:r>
              <a:rPr lang="en-US" dirty="0" smtClean="0"/>
              <a:t>Forcefully kill process</a:t>
            </a:r>
            <a:endParaRPr lang="en-US" dirty="0"/>
          </a:p>
        </p:txBody>
      </p:sp>
      <p:sp>
        <p:nvSpPr>
          <p:cNvPr id="7" name="Rectangle 6"/>
          <p:cNvSpPr/>
          <p:nvPr/>
        </p:nvSpPr>
        <p:spPr>
          <a:xfrm>
            <a:off x="372844" y="4581128"/>
            <a:ext cx="7583531" cy="2031325"/>
          </a:xfrm>
          <a:prstGeom prst="rect">
            <a:avLst/>
          </a:prstGeom>
        </p:spPr>
        <p:txBody>
          <a:bodyPr wrap="square">
            <a:spAutoFit/>
          </a:bodyPr>
          <a:lstStyle/>
          <a:p>
            <a:r>
              <a:rPr lang="en-US" dirty="0" smtClean="0"/>
              <a:t>Class Practice:</a:t>
            </a:r>
            <a:endParaRPr lang="en-US" dirty="0"/>
          </a:p>
          <a:p>
            <a:r>
              <a:rPr lang="en-US" dirty="0" err="1"/>
              <a:t>firefox</a:t>
            </a:r>
            <a:r>
              <a:rPr lang="en-US" dirty="0"/>
              <a:t> –</a:t>
            </a:r>
            <a:r>
              <a:rPr lang="en-US" dirty="0" smtClean="0"/>
              <a:t>headless : run in one terminal</a:t>
            </a:r>
            <a:endParaRPr lang="en-US" dirty="0"/>
          </a:p>
          <a:p>
            <a:r>
              <a:rPr lang="en-US" dirty="0" err="1"/>
              <a:t>ps</a:t>
            </a:r>
            <a:r>
              <a:rPr lang="en-US" dirty="0"/>
              <a:t> -</a:t>
            </a:r>
            <a:r>
              <a:rPr lang="en-US" dirty="0" err="1"/>
              <a:t>ef</a:t>
            </a:r>
            <a:r>
              <a:rPr lang="en-US" dirty="0"/>
              <a:t> | grep -</a:t>
            </a:r>
            <a:r>
              <a:rPr lang="en-US" dirty="0" err="1"/>
              <a:t>i</a:t>
            </a:r>
            <a:r>
              <a:rPr lang="en-US" dirty="0"/>
              <a:t> </a:t>
            </a:r>
            <a:r>
              <a:rPr lang="en-US" dirty="0" err="1" smtClean="0"/>
              <a:t>firefox</a:t>
            </a:r>
            <a:r>
              <a:rPr lang="en-US" dirty="0" smtClean="0"/>
              <a:t> : run in second terminal</a:t>
            </a:r>
          </a:p>
          <a:p>
            <a:endParaRPr lang="en-US" dirty="0" smtClean="0"/>
          </a:p>
          <a:p>
            <a:r>
              <a:rPr lang="en-US" dirty="0" smtClean="0"/>
              <a:t>Task:</a:t>
            </a:r>
          </a:p>
          <a:p>
            <a:r>
              <a:rPr lang="en-US" dirty="0" smtClean="0">
                <a:solidFill>
                  <a:srgbClr val="0432FF"/>
                </a:solidFill>
              </a:rPr>
              <a:t>Get process ID and kill the process using command learn above</a:t>
            </a:r>
            <a:endParaRPr lang="en-US" dirty="0">
              <a:solidFill>
                <a:srgbClr val="0432FF"/>
              </a:solidFill>
            </a:endParaRPr>
          </a:p>
          <a:p>
            <a:endParaRPr lang="en-US" dirty="0"/>
          </a:p>
        </p:txBody>
      </p:sp>
    </p:spTree>
    <p:extLst>
      <p:ext uri="{BB962C8B-B14F-4D97-AF65-F5344CB8AC3E}">
        <p14:creationId xmlns:p14="http://schemas.microsoft.com/office/powerpoint/2010/main" val="41652796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3421899" cy="507831"/>
          </a:xfrm>
          <a:prstGeom prst="rect">
            <a:avLst/>
          </a:prstGeom>
        </p:spPr>
        <p:txBody>
          <a:bodyPr wrap="none">
            <a:spAutoFit/>
          </a:bodyPr>
          <a:lstStyle/>
          <a:p>
            <a:r>
              <a:rPr lang="en-US" altLang="en-US" sz="2700" b="1" dirty="0" smtClean="0">
                <a:effectLst>
                  <a:outerShdw blurRad="38100" dist="38100" dir="2700000" algn="tl">
                    <a:srgbClr val="000000">
                      <a:alpha val="43137"/>
                    </a:srgbClr>
                  </a:outerShdw>
                </a:effectLst>
                <a:latin typeface="Arial Black"/>
                <a:ea typeface="+mj-ea"/>
                <a:cs typeface="Arial Black"/>
              </a:rPr>
              <a:t>Process In-Depth</a:t>
            </a:r>
            <a:endParaRPr lang="en-US" altLang="en-US" sz="2700" b="1" dirty="0">
              <a:effectLst>
                <a:outerShdw blurRad="38100" dist="38100" dir="2700000" algn="tl">
                  <a:srgbClr val="000000">
                    <a:alpha val="43137"/>
                  </a:srgbClr>
                </a:outerShdw>
              </a:effectLst>
              <a:latin typeface="Arial Black"/>
              <a:ea typeface="+mj-ea"/>
              <a:cs typeface="Arial Black"/>
            </a:endParaRPr>
          </a:p>
        </p:txBody>
      </p:sp>
      <p:sp>
        <p:nvSpPr>
          <p:cNvPr id="3" name="TextBox 2"/>
          <p:cNvSpPr txBox="1"/>
          <p:nvPr/>
        </p:nvSpPr>
        <p:spPr>
          <a:xfrm>
            <a:off x="308737" y="764704"/>
            <a:ext cx="5634876" cy="2800767"/>
          </a:xfrm>
          <a:prstGeom prst="rect">
            <a:avLst/>
          </a:prstGeom>
          <a:noFill/>
        </p:spPr>
        <p:txBody>
          <a:bodyPr wrap="none" rtlCol="0">
            <a:spAutoFit/>
          </a:bodyPr>
          <a:lstStyle/>
          <a:p>
            <a:pPr marL="342900" indent="-342900">
              <a:buFont typeface="Arial" panose="020B0604020202020204" pitchFamily="34" charset="0"/>
              <a:buChar char="•"/>
            </a:pPr>
            <a:r>
              <a:rPr lang="en-US" sz="2200" b="1" dirty="0"/>
              <a:t>top: </a:t>
            </a:r>
            <a:r>
              <a:rPr lang="en-US" sz="2200" dirty="0" smtClean="0">
                <a:latin typeface="+mj-lt"/>
              </a:rPr>
              <a:t>It is similar to task manager in window</a:t>
            </a:r>
          </a:p>
          <a:p>
            <a:pPr marL="342900" indent="-342900">
              <a:buFont typeface="Arial" panose="020B0604020202020204" pitchFamily="34" charset="0"/>
              <a:buChar char="•"/>
            </a:pPr>
            <a:r>
              <a:rPr lang="en-US" sz="2200" b="1" dirty="0" smtClean="0"/>
              <a:t>cat </a:t>
            </a:r>
            <a:r>
              <a:rPr lang="en-US" sz="2200" b="1" dirty="0"/>
              <a:t>/</a:t>
            </a:r>
            <a:r>
              <a:rPr lang="en-US" sz="2200" b="1" dirty="0" smtClean="0"/>
              <a:t>proc/</a:t>
            </a:r>
            <a:r>
              <a:rPr lang="en-US" sz="2200" b="1" dirty="0" err="1" smtClean="0"/>
              <a:t>cpuinfo</a:t>
            </a:r>
            <a:r>
              <a:rPr lang="en-US" sz="2200" b="1" dirty="0" smtClean="0"/>
              <a:t>: </a:t>
            </a:r>
            <a:r>
              <a:rPr lang="en-US" sz="2200" dirty="0" smtClean="0">
                <a:latin typeface="+mj-lt"/>
              </a:rPr>
              <a:t>CPU Info</a:t>
            </a:r>
          </a:p>
          <a:p>
            <a:pPr marL="342900" indent="-342900">
              <a:buFont typeface="Arial" panose="020B0604020202020204" pitchFamily="34" charset="0"/>
              <a:buChar char="•"/>
            </a:pPr>
            <a:r>
              <a:rPr lang="en-US" sz="2200" b="1" dirty="0" err="1"/>
              <a:t>l</a:t>
            </a:r>
            <a:r>
              <a:rPr lang="en-US" sz="2200" b="1" dirty="0" err="1" smtClean="0"/>
              <a:t>scpu</a:t>
            </a:r>
            <a:r>
              <a:rPr lang="en-US" sz="2200" b="1" dirty="0" smtClean="0"/>
              <a:t>: </a:t>
            </a:r>
            <a:r>
              <a:rPr lang="en-US" sz="2200" dirty="0" smtClean="0"/>
              <a:t>same as above</a:t>
            </a:r>
          </a:p>
          <a:p>
            <a:pPr marL="342900" indent="-342900">
              <a:buFont typeface="Arial" panose="020B0604020202020204" pitchFamily="34" charset="0"/>
              <a:buChar char="•"/>
            </a:pPr>
            <a:r>
              <a:rPr lang="en-US" sz="2200" b="1" dirty="0"/>
              <a:t>cat /</a:t>
            </a:r>
            <a:r>
              <a:rPr lang="en-US" sz="2200" b="1" dirty="0" smtClean="0"/>
              <a:t>proc/</a:t>
            </a:r>
            <a:r>
              <a:rPr lang="en-US" sz="2200" b="1" dirty="0" err="1" smtClean="0"/>
              <a:t>meminfo</a:t>
            </a:r>
            <a:r>
              <a:rPr lang="en-US" sz="2200" b="1" dirty="0" smtClean="0"/>
              <a:t>: </a:t>
            </a:r>
            <a:r>
              <a:rPr lang="en-US" sz="2200" dirty="0" smtClean="0"/>
              <a:t>memory information</a:t>
            </a:r>
          </a:p>
          <a:p>
            <a:pPr marL="342900" indent="-342900">
              <a:buFont typeface="Arial" panose="020B0604020202020204" pitchFamily="34" charset="0"/>
              <a:buChar char="•"/>
            </a:pPr>
            <a:r>
              <a:rPr lang="en-US" sz="2200" b="1" dirty="0" err="1"/>
              <a:t>l</a:t>
            </a:r>
            <a:r>
              <a:rPr lang="en-US" sz="2200" b="1" dirty="0" err="1" smtClean="0"/>
              <a:t>susb</a:t>
            </a:r>
            <a:r>
              <a:rPr lang="en-US" sz="2200" b="1" dirty="0" smtClean="0"/>
              <a:t>: </a:t>
            </a:r>
            <a:r>
              <a:rPr lang="en-US" sz="2200" dirty="0" err="1" smtClean="0"/>
              <a:t>usb</a:t>
            </a:r>
            <a:r>
              <a:rPr lang="en-US" sz="2200" dirty="0" smtClean="0"/>
              <a:t> information</a:t>
            </a:r>
          </a:p>
          <a:p>
            <a:pPr marL="342900" indent="-342900">
              <a:buFont typeface="Arial" panose="020B0604020202020204" pitchFamily="34" charset="0"/>
              <a:buChar char="•"/>
            </a:pPr>
            <a:r>
              <a:rPr lang="en-US" sz="2200" b="1" dirty="0" err="1"/>
              <a:t>pstree</a:t>
            </a:r>
            <a:r>
              <a:rPr lang="en-US" sz="2200" b="1" dirty="0"/>
              <a:t> | </a:t>
            </a:r>
            <a:r>
              <a:rPr lang="en-US" sz="2200" b="1" dirty="0" smtClean="0"/>
              <a:t>less : </a:t>
            </a:r>
            <a:r>
              <a:rPr lang="en-US" sz="2200" dirty="0" smtClean="0"/>
              <a:t>Show process tree</a:t>
            </a:r>
            <a:endParaRPr lang="en-US" sz="2200" dirty="0"/>
          </a:p>
          <a:p>
            <a:pPr marL="342900" indent="-342900">
              <a:buFont typeface="Arial" panose="020B0604020202020204" pitchFamily="34" charset="0"/>
              <a:buChar char="•"/>
            </a:pPr>
            <a:r>
              <a:rPr lang="en-US" sz="2200" b="1" dirty="0" err="1">
                <a:latin typeface="+mj-lt"/>
              </a:rPr>
              <a:t>pstree</a:t>
            </a:r>
            <a:r>
              <a:rPr lang="en-US" sz="2200" b="1" dirty="0">
                <a:latin typeface="+mj-lt"/>
              </a:rPr>
              <a:t> | grep -</a:t>
            </a:r>
            <a:r>
              <a:rPr lang="en-US" sz="2200" b="1" dirty="0" err="1">
                <a:latin typeface="+mj-lt"/>
              </a:rPr>
              <a:t>i</a:t>
            </a:r>
            <a:r>
              <a:rPr lang="en-US" sz="2200" b="1" dirty="0">
                <a:latin typeface="+mj-lt"/>
              </a:rPr>
              <a:t> </a:t>
            </a:r>
            <a:r>
              <a:rPr lang="en-US" sz="2200" b="1" dirty="0" smtClean="0">
                <a:latin typeface="+mj-lt"/>
              </a:rPr>
              <a:t>fire</a:t>
            </a:r>
          </a:p>
          <a:p>
            <a:pPr marL="342900" indent="-342900">
              <a:buFont typeface="Arial" panose="020B0604020202020204" pitchFamily="34" charset="0"/>
              <a:buChar char="•"/>
            </a:pPr>
            <a:r>
              <a:rPr lang="en-US" sz="2200" b="1" dirty="0">
                <a:latin typeface="+mj-lt"/>
              </a:rPr>
              <a:t>top –n1 &gt; .</a:t>
            </a:r>
            <a:r>
              <a:rPr lang="en-US" sz="2200" b="1" dirty="0" smtClean="0">
                <a:latin typeface="+mj-lt"/>
              </a:rPr>
              <a:t>/top.txt</a:t>
            </a:r>
            <a:endParaRPr lang="en-US" sz="2200" b="1" dirty="0">
              <a:latin typeface="+mj-lt"/>
            </a:endParaRPr>
          </a:p>
        </p:txBody>
      </p:sp>
      <p:pic>
        <p:nvPicPr>
          <p:cNvPr id="4" name="Picture 3"/>
          <p:cNvPicPr>
            <a:picLocks noChangeAspect="1"/>
          </p:cNvPicPr>
          <p:nvPr/>
        </p:nvPicPr>
        <p:blipFill rotWithShape="1">
          <a:blip r:embed="rId3"/>
          <a:srcRect t="40880"/>
          <a:stretch/>
        </p:blipFill>
        <p:spPr>
          <a:xfrm>
            <a:off x="181025" y="3629954"/>
            <a:ext cx="6348580" cy="1224136"/>
          </a:xfrm>
          <a:prstGeom prst="rect">
            <a:avLst/>
          </a:prstGeom>
        </p:spPr>
      </p:pic>
      <p:pic>
        <p:nvPicPr>
          <p:cNvPr id="5" name="Picture 4"/>
          <p:cNvPicPr>
            <a:picLocks noChangeAspect="1"/>
          </p:cNvPicPr>
          <p:nvPr/>
        </p:nvPicPr>
        <p:blipFill>
          <a:blip r:embed="rId4"/>
          <a:stretch>
            <a:fillRect/>
          </a:stretch>
        </p:blipFill>
        <p:spPr>
          <a:xfrm>
            <a:off x="179512" y="4889255"/>
            <a:ext cx="4680520" cy="1777872"/>
          </a:xfrm>
          <a:prstGeom prst="rect">
            <a:avLst/>
          </a:prstGeom>
        </p:spPr>
      </p:pic>
    </p:spTree>
    <p:extLst>
      <p:ext uri="{BB962C8B-B14F-4D97-AF65-F5344CB8AC3E}">
        <p14:creationId xmlns:p14="http://schemas.microsoft.com/office/powerpoint/2010/main" val="4590257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1935145" cy="507831"/>
          </a:xfrm>
          <a:prstGeom prst="rect">
            <a:avLst/>
          </a:prstGeom>
        </p:spPr>
        <p:txBody>
          <a:bodyPr wrap="none">
            <a:spAutoFit/>
          </a:bodyPr>
          <a:lstStyle/>
          <a:p>
            <a:r>
              <a:rPr lang="en-US" altLang="en-US" sz="2700" b="1" dirty="0" smtClean="0">
                <a:effectLst>
                  <a:outerShdw blurRad="38100" dist="38100" dir="2700000" algn="tl">
                    <a:srgbClr val="000000">
                      <a:alpha val="43137"/>
                    </a:srgbClr>
                  </a:outerShdw>
                </a:effectLst>
                <a:latin typeface="Arial Black"/>
                <a:ea typeface="+mj-ea"/>
                <a:cs typeface="Arial Black"/>
              </a:rPr>
              <a:t>Daemons</a:t>
            </a:r>
            <a:endParaRPr lang="en-US" altLang="en-US" sz="2700" b="1" dirty="0">
              <a:effectLst>
                <a:outerShdw blurRad="38100" dist="38100" dir="2700000" algn="tl">
                  <a:srgbClr val="000000">
                    <a:alpha val="43137"/>
                  </a:srgbClr>
                </a:outerShdw>
              </a:effectLst>
              <a:latin typeface="Arial Black"/>
              <a:ea typeface="+mj-ea"/>
              <a:cs typeface="Arial Black"/>
            </a:endParaRPr>
          </a:p>
        </p:txBody>
      </p:sp>
      <p:sp>
        <p:nvSpPr>
          <p:cNvPr id="3" name="TextBox 2"/>
          <p:cNvSpPr txBox="1"/>
          <p:nvPr/>
        </p:nvSpPr>
        <p:spPr>
          <a:xfrm>
            <a:off x="395537" y="1124744"/>
            <a:ext cx="8208912" cy="4324261"/>
          </a:xfrm>
          <a:prstGeom prst="rect">
            <a:avLst/>
          </a:prstGeom>
          <a:noFill/>
        </p:spPr>
        <p:txBody>
          <a:bodyPr wrap="square" rtlCol="0">
            <a:spAutoFit/>
          </a:bodyPr>
          <a:lstStyle/>
          <a:p>
            <a:pPr marL="285750" indent="-285750">
              <a:buFont typeface="Arial" panose="020B0604020202020204" pitchFamily="34" charset="0"/>
              <a:buChar char="•"/>
            </a:pPr>
            <a:r>
              <a:rPr lang="en-US" sz="2500" dirty="0" smtClean="0">
                <a:latin typeface="+mj-lt"/>
              </a:rPr>
              <a:t>Daemon mean Process running in background</a:t>
            </a:r>
          </a:p>
          <a:p>
            <a:pPr marL="285750" indent="-285750">
              <a:buFont typeface="Arial" panose="020B0604020202020204" pitchFamily="34" charset="0"/>
              <a:buChar char="•"/>
            </a:pPr>
            <a:r>
              <a:rPr lang="en-US" sz="2500" dirty="0" smtClean="0">
                <a:latin typeface="+mj-lt"/>
              </a:rPr>
              <a:t>Daemon mean services in </a:t>
            </a:r>
            <a:r>
              <a:rPr lang="en-US" sz="2500" dirty="0" err="1" smtClean="0">
                <a:latin typeface="+mj-lt"/>
              </a:rPr>
              <a:t>linux</a:t>
            </a:r>
            <a:endParaRPr lang="en-US" sz="2500" dirty="0" smtClean="0">
              <a:latin typeface="+mj-lt"/>
            </a:endParaRPr>
          </a:p>
          <a:p>
            <a:r>
              <a:rPr lang="en-US" sz="2500" b="1" dirty="0" smtClean="0">
                <a:latin typeface="+mj-lt"/>
              </a:rPr>
              <a:t>Daemons:</a:t>
            </a:r>
          </a:p>
          <a:p>
            <a:pPr marL="285750" indent="-285750">
              <a:buFont typeface="Arial" panose="020B0604020202020204" pitchFamily="34" charset="0"/>
              <a:buChar char="•"/>
            </a:pPr>
            <a:r>
              <a:rPr lang="en-US" sz="2500" dirty="0" smtClean="0">
                <a:solidFill>
                  <a:srgbClr val="0432FF"/>
                </a:solidFill>
                <a:latin typeface="+mj-lt"/>
              </a:rPr>
              <a:t>Application</a:t>
            </a:r>
          </a:p>
          <a:p>
            <a:pPr marL="285750" indent="-285750">
              <a:buFont typeface="Arial" panose="020B0604020202020204" pitchFamily="34" charset="0"/>
              <a:buChar char="•"/>
            </a:pPr>
            <a:r>
              <a:rPr lang="en-US" sz="2500" dirty="0" smtClean="0">
                <a:solidFill>
                  <a:srgbClr val="0432FF"/>
                </a:solidFill>
                <a:latin typeface="+mj-lt"/>
              </a:rPr>
              <a:t>System </a:t>
            </a:r>
          </a:p>
          <a:p>
            <a:pPr marL="285750" indent="-285750">
              <a:buFont typeface="Arial" panose="020B0604020202020204" pitchFamily="34" charset="0"/>
              <a:buChar char="•"/>
            </a:pPr>
            <a:endParaRPr lang="en-US" sz="2500" dirty="0" smtClean="0">
              <a:solidFill>
                <a:srgbClr val="0432FF"/>
              </a:solidFill>
              <a:latin typeface="+mj-lt"/>
            </a:endParaRPr>
          </a:p>
          <a:p>
            <a:pPr algn="just"/>
            <a:r>
              <a:rPr lang="en-US" sz="2500" dirty="0" smtClean="0">
                <a:solidFill>
                  <a:srgbClr val="FF0000"/>
                </a:solidFill>
                <a:latin typeface="+mj-lt"/>
              </a:rPr>
              <a:t>If you kill application daemon it will not effect on system if you kill system daemon it will crash the system</a:t>
            </a:r>
          </a:p>
          <a:p>
            <a:pPr algn="just"/>
            <a:endParaRPr lang="en-US" sz="2500" dirty="0">
              <a:solidFill>
                <a:srgbClr val="FF0000"/>
              </a:solidFill>
              <a:latin typeface="+mj-lt"/>
            </a:endParaRPr>
          </a:p>
          <a:p>
            <a:pPr algn="just"/>
            <a:r>
              <a:rPr lang="en-US" sz="2500" b="1" dirty="0" smtClean="0">
                <a:solidFill>
                  <a:srgbClr val="0432FF"/>
                </a:solidFill>
                <a:latin typeface="+mj-lt"/>
              </a:rPr>
              <a:t>Interview: What are Performance Monitoring Tool used in Linux</a:t>
            </a:r>
            <a:endParaRPr lang="en-US" sz="2500" b="1" dirty="0">
              <a:solidFill>
                <a:srgbClr val="0432FF"/>
              </a:solidFill>
              <a:latin typeface="+mj-lt"/>
            </a:endParaRPr>
          </a:p>
        </p:txBody>
      </p:sp>
    </p:spTree>
    <p:extLst>
      <p:ext uri="{BB962C8B-B14F-4D97-AF65-F5344CB8AC3E}">
        <p14:creationId xmlns:p14="http://schemas.microsoft.com/office/powerpoint/2010/main" val="33548339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1935145" cy="507831"/>
          </a:xfrm>
          <a:prstGeom prst="rect">
            <a:avLst/>
          </a:prstGeom>
        </p:spPr>
        <p:txBody>
          <a:bodyPr wrap="none">
            <a:spAutoFit/>
          </a:bodyPr>
          <a:lstStyle/>
          <a:p>
            <a:r>
              <a:rPr lang="en-US" altLang="en-US" sz="2700" b="1" dirty="0">
                <a:effectLst>
                  <a:outerShdw blurRad="38100" dist="38100" dir="2700000" algn="tl">
                    <a:srgbClr val="000000">
                      <a:alpha val="43137"/>
                    </a:srgbClr>
                  </a:outerShdw>
                </a:effectLst>
                <a:latin typeface="Arial Black"/>
                <a:ea typeface="+mj-ea"/>
                <a:cs typeface="Arial Black"/>
              </a:rPr>
              <a:t>Daemons</a:t>
            </a:r>
          </a:p>
        </p:txBody>
      </p:sp>
      <p:pic>
        <p:nvPicPr>
          <p:cNvPr id="3" name="Picture 2"/>
          <p:cNvPicPr>
            <a:picLocks noChangeAspect="1"/>
          </p:cNvPicPr>
          <p:nvPr/>
        </p:nvPicPr>
        <p:blipFill>
          <a:blip r:embed="rId3"/>
          <a:stretch>
            <a:fillRect/>
          </a:stretch>
        </p:blipFill>
        <p:spPr>
          <a:xfrm>
            <a:off x="251520" y="1628800"/>
            <a:ext cx="5760634" cy="1152128"/>
          </a:xfrm>
          <a:prstGeom prst="rect">
            <a:avLst/>
          </a:prstGeom>
        </p:spPr>
      </p:pic>
      <p:sp>
        <p:nvSpPr>
          <p:cNvPr id="4" name="Rectangle 3"/>
          <p:cNvSpPr/>
          <p:nvPr/>
        </p:nvSpPr>
        <p:spPr>
          <a:xfrm>
            <a:off x="323528" y="941965"/>
            <a:ext cx="1569660" cy="369332"/>
          </a:xfrm>
          <a:prstGeom prst="rect">
            <a:avLst/>
          </a:prstGeom>
        </p:spPr>
        <p:txBody>
          <a:bodyPr wrap="none">
            <a:spAutoFit/>
          </a:bodyPr>
          <a:lstStyle/>
          <a:p>
            <a:r>
              <a:rPr lang="en-US" dirty="0" err="1"/>
              <a:t>nc</a:t>
            </a:r>
            <a:r>
              <a:rPr lang="en-US" dirty="0"/>
              <a:t> -</a:t>
            </a:r>
            <a:r>
              <a:rPr lang="en-US" dirty="0" err="1"/>
              <a:t>lvnp</a:t>
            </a:r>
            <a:r>
              <a:rPr lang="en-US" dirty="0"/>
              <a:t> 1234</a:t>
            </a:r>
          </a:p>
        </p:txBody>
      </p:sp>
      <p:pic>
        <p:nvPicPr>
          <p:cNvPr id="5" name="Picture 4"/>
          <p:cNvPicPr>
            <a:picLocks noChangeAspect="1"/>
          </p:cNvPicPr>
          <p:nvPr/>
        </p:nvPicPr>
        <p:blipFill>
          <a:blip r:embed="rId4"/>
          <a:stretch>
            <a:fillRect/>
          </a:stretch>
        </p:blipFill>
        <p:spPr>
          <a:xfrm>
            <a:off x="242962" y="2924944"/>
            <a:ext cx="6990221" cy="664713"/>
          </a:xfrm>
          <a:prstGeom prst="rect">
            <a:avLst/>
          </a:prstGeom>
        </p:spPr>
      </p:pic>
      <p:sp>
        <p:nvSpPr>
          <p:cNvPr id="7" name="Rectangle 6"/>
          <p:cNvSpPr/>
          <p:nvPr/>
        </p:nvSpPr>
        <p:spPr>
          <a:xfrm>
            <a:off x="179512" y="4077072"/>
            <a:ext cx="5545108" cy="369332"/>
          </a:xfrm>
          <a:prstGeom prst="rect">
            <a:avLst/>
          </a:prstGeom>
        </p:spPr>
        <p:txBody>
          <a:bodyPr wrap="none">
            <a:spAutoFit/>
          </a:bodyPr>
          <a:lstStyle/>
          <a:p>
            <a:r>
              <a:rPr lang="en-US" dirty="0" err="1"/>
              <a:t>nc</a:t>
            </a:r>
            <a:r>
              <a:rPr lang="en-US" dirty="0"/>
              <a:t> -</a:t>
            </a:r>
            <a:r>
              <a:rPr lang="en-US" dirty="0" err="1"/>
              <a:t>lvnp</a:t>
            </a:r>
            <a:r>
              <a:rPr lang="en-US" dirty="0"/>
              <a:t> </a:t>
            </a:r>
            <a:r>
              <a:rPr lang="en-US" dirty="0" smtClean="0"/>
              <a:t>1234 </a:t>
            </a:r>
            <a:r>
              <a:rPr lang="en-US" dirty="0" smtClean="0">
                <a:solidFill>
                  <a:srgbClr val="0432FF"/>
                </a:solidFill>
              </a:rPr>
              <a:t>&amp;</a:t>
            </a:r>
            <a:r>
              <a:rPr lang="en-US" dirty="0" smtClean="0"/>
              <a:t> : Run the </a:t>
            </a:r>
            <a:r>
              <a:rPr lang="en-US" dirty="0" err="1" smtClean="0"/>
              <a:t>programme</a:t>
            </a:r>
            <a:r>
              <a:rPr lang="en-US" dirty="0" smtClean="0"/>
              <a:t> in background</a:t>
            </a:r>
            <a:endParaRPr lang="en-US" dirty="0"/>
          </a:p>
        </p:txBody>
      </p:sp>
      <p:pic>
        <p:nvPicPr>
          <p:cNvPr id="8" name="Picture 7"/>
          <p:cNvPicPr>
            <a:picLocks noChangeAspect="1"/>
          </p:cNvPicPr>
          <p:nvPr/>
        </p:nvPicPr>
        <p:blipFill>
          <a:blip r:embed="rId5"/>
          <a:stretch>
            <a:fillRect/>
          </a:stretch>
        </p:blipFill>
        <p:spPr>
          <a:xfrm>
            <a:off x="251519" y="4581128"/>
            <a:ext cx="7313321" cy="936104"/>
          </a:xfrm>
          <a:prstGeom prst="rect">
            <a:avLst/>
          </a:prstGeom>
        </p:spPr>
      </p:pic>
      <p:pic>
        <p:nvPicPr>
          <p:cNvPr id="9" name="Picture 8"/>
          <p:cNvPicPr>
            <a:picLocks noChangeAspect="1"/>
          </p:cNvPicPr>
          <p:nvPr/>
        </p:nvPicPr>
        <p:blipFill>
          <a:blip r:embed="rId6"/>
          <a:stretch>
            <a:fillRect/>
          </a:stretch>
        </p:blipFill>
        <p:spPr>
          <a:xfrm>
            <a:off x="251518" y="5671006"/>
            <a:ext cx="5046025" cy="782330"/>
          </a:xfrm>
          <a:prstGeom prst="rect">
            <a:avLst/>
          </a:prstGeom>
        </p:spPr>
      </p:pic>
    </p:spTree>
    <p:extLst>
      <p:ext uri="{BB962C8B-B14F-4D97-AF65-F5344CB8AC3E}">
        <p14:creationId xmlns:p14="http://schemas.microsoft.com/office/powerpoint/2010/main" val="148753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2281394" cy="507831"/>
          </a:xfrm>
          <a:prstGeom prst="rect">
            <a:avLst/>
          </a:prstGeom>
        </p:spPr>
        <p:txBody>
          <a:bodyPr wrap="none">
            <a:spAutoFit/>
          </a:bodyPr>
          <a:lstStyle/>
          <a:p>
            <a:r>
              <a:rPr lang="en-US" altLang="en-US" sz="2700" b="1" dirty="0" smtClean="0">
                <a:effectLst>
                  <a:outerShdw blurRad="38100" dist="38100" dir="2700000" algn="tl">
                    <a:srgbClr val="000000">
                      <a:alpha val="43137"/>
                    </a:srgbClr>
                  </a:outerShdw>
                </a:effectLst>
                <a:latin typeface="Arial Black"/>
                <a:ea typeface="+mj-ea"/>
                <a:cs typeface="Arial Black"/>
              </a:rPr>
              <a:t>Daemons   </a:t>
            </a:r>
            <a:endParaRPr lang="en-US" altLang="en-US" sz="2700" b="1" dirty="0">
              <a:effectLst>
                <a:outerShdw blurRad="38100" dist="38100" dir="2700000" algn="tl">
                  <a:srgbClr val="000000">
                    <a:alpha val="43137"/>
                  </a:srgbClr>
                </a:outerShdw>
              </a:effectLst>
              <a:latin typeface="Arial Black"/>
              <a:ea typeface="+mj-ea"/>
              <a:cs typeface="Arial Black"/>
            </a:endParaRPr>
          </a:p>
        </p:txBody>
      </p:sp>
      <p:pic>
        <p:nvPicPr>
          <p:cNvPr id="3" name="Picture 2"/>
          <p:cNvPicPr>
            <a:picLocks noChangeAspect="1"/>
          </p:cNvPicPr>
          <p:nvPr/>
        </p:nvPicPr>
        <p:blipFill>
          <a:blip r:embed="rId3"/>
          <a:stretch>
            <a:fillRect/>
          </a:stretch>
        </p:blipFill>
        <p:spPr>
          <a:xfrm>
            <a:off x="827584" y="1268760"/>
            <a:ext cx="7632848" cy="4272991"/>
          </a:xfrm>
          <a:prstGeom prst="rect">
            <a:avLst/>
          </a:prstGeom>
        </p:spPr>
      </p:pic>
    </p:spTree>
    <p:extLst>
      <p:ext uri="{BB962C8B-B14F-4D97-AF65-F5344CB8AC3E}">
        <p14:creationId xmlns:p14="http://schemas.microsoft.com/office/powerpoint/2010/main" val="6331618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2300630" cy="507831"/>
          </a:xfrm>
          <a:prstGeom prst="rect">
            <a:avLst/>
          </a:prstGeom>
        </p:spPr>
        <p:txBody>
          <a:bodyPr wrap="none">
            <a:spAutoFit/>
          </a:bodyPr>
          <a:lstStyle/>
          <a:p>
            <a:r>
              <a:rPr lang="en-US" altLang="en-US" sz="2700" b="1" dirty="0" smtClean="0">
                <a:effectLst>
                  <a:outerShdw blurRad="38100" dist="38100" dir="2700000" algn="tl">
                    <a:srgbClr val="000000">
                      <a:alpha val="43137"/>
                    </a:srgbClr>
                  </a:outerShdw>
                </a:effectLst>
                <a:latin typeface="Arial Black"/>
                <a:ea typeface="+mj-ea"/>
                <a:cs typeface="Arial Black"/>
              </a:rPr>
              <a:t>Agentic OS</a:t>
            </a:r>
            <a:endParaRPr lang="en-US" altLang="en-US" sz="2700" b="1" dirty="0">
              <a:effectLst>
                <a:outerShdw blurRad="38100" dist="38100" dir="2700000" algn="tl">
                  <a:srgbClr val="000000">
                    <a:alpha val="43137"/>
                  </a:srgbClr>
                </a:outerShdw>
              </a:effectLst>
              <a:latin typeface="Arial Black"/>
              <a:ea typeface="+mj-ea"/>
              <a:cs typeface="Arial Black"/>
            </a:endParaRPr>
          </a:p>
        </p:txBody>
      </p:sp>
      <p:sp>
        <p:nvSpPr>
          <p:cNvPr id="3" name="Rectangle 2"/>
          <p:cNvSpPr/>
          <p:nvPr/>
        </p:nvSpPr>
        <p:spPr>
          <a:xfrm>
            <a:off x="208285" y="6021288"/>
            <a:ext cx="4172937" cy="646331"/>
          </a:xfrm>
          <a:prstGeom prst="rect">
            <a:avLst/>
          </a:prstGeom>
        </p:spPr>
        <p:txBody>
          <a:bodyPr wrap="none">
            <a:spAutoFit/>
          </a:bodyPr>
          <a:lstStyle/>
          <a:p>
            <a:r>
              <a:rPr lang="en-US" dirty="0">
                <a:hlinkClick r:id="rId3"/>
              </a:rPr>
              <a:t>https://</a:t>
            </a:r>
            <a:r>
              <a:rPr lang="en-US" dirty="0" smtClean="0">
                <a:hlinkClick r:id="rId3"/>
              </a:rPr>
              <a:t>github.com/agiresearch/AIOS</a:t>
            </a:r>
            <a:endParaRPr lang="en-US" dirty="0" smtClean="0"/>
          </a:p>
          <a:p>
            <a:r>
              <a:rPr lang="en-US" dirty="0">
                <a:hlinkClick r:id="rId4"/>
              </a:rPr>
              <a:t>https://</a:t>
            </a:r>
            <a:r>
              <a:rPr lang="en-US" dirty="0" smtClean="0">
                <a:hlinkClick r:id="rId4"/>
              </a:rPr>
              <a:t>docs.aios.foundation/aios-docs</a:t>
            </a:r>
            <a:r>
              <a:rPr lang="en-US" dirty="0" smtClean="0"/>
              <a:t>  </a:t>
            </a:r>
            <a:endParaRPr lang="en-US" dirty="0"/>
          </a:p>
        </p:txBody>
      </p:sp>
      <p:pic>
        <p:nvPicPr>
          <p:cNvPr id="4" name="Picture 3"/>
          <p:cNvPicPr>
            <a:picLocks noChangeAspect="1"/>
          </p:cNvPicPr>
          <p:nvPr/>
        </p:nvPicPr>
        <p:blipFill>
          <a:blip r:embed="rId5"/>
          <a:stretch>
            <a:fillRect/>
          </a:stretch>
        </p:blipFill>
        <p:spPr>
          <a:xfrm>
            <a:off x="467543" y="1268760"/>
            <a:ext cx="8113667" cy="4464496"/>
          </a:xfrm>
          <a:prstGeom prst="rect">
            <a:avLst/>
          </a:prstGeom>
        </p:spPr>
      </p:pic>
    </p:spTree>
    <p:extLst>
      <p:ext uri="{BB962C8B-B14F-4D97-AF65-F5344CB8AC3E}">
        <p14:creationId xmlns:p14="http://schemas.microsoft.com/office/powerpoint/2010/main" val="10953818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5374164" cy="507831"/>
          </a:xfrm>
          <a:prstGeom prst="rect">
            <a:avLst/>
          </a:prstGeom>
        </p:spPr>
        <p:txBody>
          <a:bodyPr wrap="none">
            <a:spAutoFit/>
          </a:bodyPr>
          <a:lstStyle/>
          <a:p>
            <a:r>
              <a:rPr lang="en-US" altLang="en-US" sz="2700" b="1" dirty="0" smtClean="0">
                <a:effectLst>
                  <a:outerShdw blurRad="38100" dist="38100" dir="2700000" algn="tl">
                    <a:srgbClr val="000000">
                      <a:alpha val="43137"/>
                    </a:srgbClr>
                  </a:outerShdw>
                </a:effectLst>
                <a:latin typeface="Arial Black"/>
                <a:ea typeface="+mj-ea"/>
                <a:cs typeface="Arial Black"/>
              </a:rPr>
              <a:t>Software is changing Again</a:t>
            </a:r>
            <a:endParaRPr lang="en-US" altLang="en-US" sz="2700" b="1" dirty="0">
              <a:effectLst>
                <a:outerShdw blurRad="38100" dist="38100" dir="2700000" algn="tl">
                  <a:srgbClr val="000000">
                    <a:alpha val="43137"/>
                  </a:srgbClr>
                </a:outerShdw>
              </a:effectLst>
              <a:latin typeface="Arial Black"/>
              <a:ea typeface="+mj-ea"/>
              <a:cs typeface="Arial Black"/>
            </a:endParaRPr>
          </a:p>
        </p:txBody>
      </p:sp>
      <p:sp>
        <p:nvSpPr>
          <p:cNvPr id="3" name="Rectangle 2"/>
          <p:cNvSpPr/>
          <p:nvPr/>
        </p:nvSpPr>
        <p:spPr>
          <a:xfrm>
            <a:off x="251520" y="908720"/>
            <a:ext cx="3140603" cy="369332"/>
          </a:xfrm>
          <a:prstGeom prst="rect">
            <a:avLst/>
          </a:prstGeom>
        </p:spPr>
        <p:txBody>
          <a:bodyPr wrap="none">
            <a:spAutoFit/>
          </a:bodyPr>
          <a:lstStyle/>
          <a:p>
            <a:r>
              <a:rPr lang="en-US" dirty="0"/>
              <a:t>Andrej </a:t>
            </a:r>
            <a:r>
              <a:rPr lang="en-US" dirty="0" err="1" smtClean="0"/>
              <a:t>Karpathy</a:t>
            </a:r>
            <a:r>
              <a:rPr lang="en-US" dirty="0" smtClean="0"/>
              <a:t>:  LLM = OS </a:t>
            </a:r>
            <a:endParaRPr lang="en-US" dirty="0"/>
          </a:p>
        </p:txBody>
      </p:sp>
      <p:sp>
        <p:nvSpPr>
          <p:cNvPr id="4" name="Rectangle 3"/>
          <p:cNvSpPr/>
          <p:nvPr/>
        </p:nvSpPr>
        <p:spPr>
          <a:xfrm>
            <a:off x="107504" y="6093296"/>
            <a:ext cx="6336704" cy="369332"/>
          </a:xfrm>
          <a:prstGeom prst="rect">
            <a:avLst/>
          </a:prstGeom>
        </p:spPr>
        <p:txBody>
          <a:bodyPr wrap="square">
            <a:spAutoFit/>
          </a:bodyPr>
          <a:lstStyle/>
          <a:p>
            <a:r>
              <a:rPr lang="en-US" dirty="0">
                <a:hlinkClick r:id="rId3"/>
              </a:rPr>
              <a:t>https://</a:t>
            </a:r>
            <a:r>
              <a:rPr lang="en-US" dirty="0" smtClean="0">
                <a:hlinkClick r:id="rId3"/>
              </a:rPr>
              <a:t>www.youtube.com/watch?v=LCEmiRjPEtQ&amp;t=664s</a:t>
            </a:r>
            <a:r>
              <a:rPr lang="en-US" dirty="0" smtClean="0"/>
              <a:t> </a:t>
            </a:r>
            <a:endParaRPr lang="en-US" dirty="0"/>
          </a:p>
        </p:txBody>
      </p:sp>
      <p:pic>
        <p:nvPicPr>
          <p:cNvPr id="5" name="Picture 4"/>
          <p:cNvPicPr>
            <a:picLocks noChangeAspect="1"/>
          </p:cNvPicPr>
          <p:nvPr/>
        </p:nvPicPr>
        <p:blipFill>
          <a:blip r:embed="rId4"/>
          <a:stretch>
            <a:fillRect/>
          </a:stretch>
        </p:blipFill>
        <p:spPr>
          <a:xfrm>
            <a:off x="294620" y="1340767"/>
            <a:ext cx="8557763" cy="4608513"/>
          </a:xfrm>
          <a:prstGeom prst="rect">
            <a:avLst/>
          </a:prstGeom>
        </p:spPr>
      </p:pic>
      <p:sp>
        <p:nvSpPr>
          <p:cNvPr id="6" name="Rectangle 5"/>
          <p:cNvSpPr/>
          <p:nvPr/>
        </p:nvSpPr>
        <p:spPr bwMode="auto">
          <a:xfrm>
            <a:off x="3275856" y="2204864"/>
            <a:ext cx="3096344" cy="1800200"/>
          </a:xfrm>
          <a:prstGeom prst="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extLst>
      <p:ext uri="{BB962C8B-B14F-4D97-AF65-F5344CB8AC3E}">
        <p14:creationId xmlns:p14="http://schemas.microsoft.com/office/powerpoint/2010/main" val="2494979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3D7C50D2-F71C-4627-BC78-6FC4F0EF2F2A}"/>
              </a:ext>
            </a:extLst>
          </p:cNvPr>
          <p:cNvPicPr>
            <a:picLocks noChangeAspect="1"/>
          </p:cNvPicPr>
          <p:nvPr/>
        </p:nvPicPr>
        <p:blipFill>
          <a:blip r:embed="rId2"/>
          <a:stretch>
            <a:fillRect/>
          </a:stretch>
        </p:blipFill>
        <p:spPr>
          <a:xfrm>
            <a:off x="167025" y="1772815"/>
            <a:ext cx="8797463" cy="4288763"/>
          </a:xfrm>
          <a:prstGeom prst="rect">
            <a:avLst/>
          </a:prstGeom>
        </p:spPr>
      </p:pic>
    </p:spTree>
    <p:extLst>
      <p:ext uri="{BB962C8B-B14F-4D97-AF65-F5344CB8AC3E}">
        <p14:creationId xmlns:p14="http://schemas.microsoft.com/office/powerpoint/2010/main" val="1333055449"/>
      </p:ext>
    </p:extLst>
  </p:cSld>
  <p:clrMapOvr>
    <a:masterClrMapping/>
  </p:clrMapOvr>
</p:sld>
</file>

<file path=ppt/theme/theme1.xml><?xml version="1.0" encoding="utf-8"?>
<a:theme xmlns:a="http://schemas.openxmlformats.org/drawingml/2006/main" name="전자정보_(8)">
  <a:themeElements>
    <a:clrScheme name="Default Design 2">
      <a:dk1>
        <a:srgbClr val="000000"/>
      </a:dk1>
      <a:lt1>
        <a:srgbClr val="FFFFFF"/>
      </a:lt1>
      <a:dk2>
        <a:srgbClr val="000066"/>
      </a:dk2>
      <a:lt2>
        <a:srgbClr val="808080"/>
      </a:lt2>
      <a:accent1>
        <a:srgbClr val="008080"/>
      </a:accent1>
      <a:accent2>
        <a:srgbClr val="A50021"/>
      </a:accent2>
      <a:accent3>
        <a:srgbClr val="FFFFFF"/>
      </a:accent3>
      <a:accent4>
        <a:srgbClr val="000000"/>
      </a:accent4>
      <a:accent5>
        <a:srgbClr val="AAC0C0"/>
      </a:accent5>
      <a:accent6>
        <a:srgbClr val="95001D"/>
      </a:accent6>
      <a:hlink>
        <a:srgbClr val="3333CC"/>
      </a:hlink>
      <a:folHlink>
        <a:srgbClr val="FF9900"/>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A50021"/>
        </a:dk2>
        <a:lt2>
          <a:srgbClr val="808080"/>
        </a:lt2>
        <a:accent1>
          <a:srgbClr val="3068A6"/>
        </a:accent1>
        <a:accent2>
          <a:srgbClr val="333399"/>
        </a:accent2>
        <a:accent3>
          <a:srgbClr val="FFFFFF"/>
        </a:accent3>
        <a:accent4>
          <a:srgbClr val="000000"/>
        </a:accent4>
        <a:accent5>
          <a:srgbClr val="ADB9D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66"/>
        </a:dk2>
        <a:lt2>
          <a:srgbClr val="808080"/>
        </a:lt2>
        <a:accent1>
          <a:srgbClr val="008080"/>
        </a:accent1>
        <a:accent2>
          <a:srgbClr val="A50021"/>
        </a:accent2>
        <a:accent3>
          <a:srgbClr val="FFFFFF"/>
        </a:accent3>
        <a:accent4>
          <a:srgbClr val="000000"/>
        </a:accent4>
        <a:accent5>
          <a:srgbClr val="AAC0C0"/>
        </a:accent5>
        <a:accent6>
          <a:srgbClr val="95001D"/>
        </a:accent6>
        <a:hlink>
          <a:srgbClr val="3333CC"/>
        </a:hlink>
        <a:folHlink>
          <a:srgbClr val="FF99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3F007E"/>
        </a:dk2>
        <a:lt2>
          <a:srgbClr val="808080"/>
        </a:lt2>
        <a:accent1>
          <a:srgbClr val="940661"/>
        </a:accent1>
        <a:accent2>
          <a:srgbClr val="826900"/>
        </a:accent2>
        <a:accent3>
          <a:srgbClr val="FFFFFF"/>
        </a:accent3>
        <a:accent4>
          <a:srgbClr val="000000"/>
        </a:accent4>
        <a:accent5>
          <a:srgbClr val="C8AAB7"/>
        </a:accent5>
        <a:accent6>
          <a:srgbClr val="755E00"/>
        </a:accent6>
        <a:hlink>
          <a:srgbClr val="3F7E00"/>
        </a:hlink>
        <a:folHlink>
          <a:srgbClr val="72019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6298682-A236-44A5-9763-7D5118EE19B8}">
  <we:reference id="wa200000113" version="1.0.0.0" store="en-US" storeType="OMEX"/>
  <we:alternateReferences>
    <we:reference id="wa200000113" version="1.0.0.0" store="wa20000011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TM03457452[[fn=Celestial]]</Template>
  <TotalTime>36494</TotalTime>
  <Words>971</Words>
  <Application>Microsoft Office PowerPoint</Application>
  <PresentationFormat>On-screen Show (4:3)</PresentationFormat>
  <Paragraphs>177</Paragraphs>
  <Slides>20</Slides>
  <Notes>18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바탕</vt:lpstr>
      <vt:lpstr>돋움</vt:lpstr>
      <vt:lpstr>굴림</vt:lpstr>
      <vt:lpstr>맑은 고딕</vt:lpstr>
      <vt:lpstr>Arial</vt:lpstr>
      <vt:lpstr>Arial Black</vt:lpstr>
      <vt:lpstr>Courier New</vt:lpstr>
      <vt:lpstr>Times New Roman</vt:lpstr>
      <vt:lpstr>Wingdings</vt:lpstr>
      <vt:lpstr>경기천년제목 Bold</vt:lpstr>
      <vt:lpstr>전자정보_(8)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이인성</dc:creator>
  <cp:lastModifiedBy>Microsoft account</cp:lastModifiedBy>
  <cp:revision>4139</cp:revision>
  <cp:lastPrinted>2022-06-13T00:57:18Z</cp:lastPrinted>
  <dcterms:created xsi:type="dcterms:W3CDTF">2013-07-04T00:44:45Z</dcterms:created>
  <dcterms:modified xsi:type="dcterms:W3CDTF">2026-04-02T15:00:12Z</dcterms:modified>
</cp:coreProperties>
</file>